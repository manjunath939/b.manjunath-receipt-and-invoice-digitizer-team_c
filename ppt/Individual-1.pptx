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Default Extension="fntdata" ContentType="application/x-fontdata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_rels/presentation.xml.rels" ContentType="application/vnd.openxmlformats-package.relationships+xml"/>
  <Override PartName="/ppt/presentation.xml" ContentType="application/vnd.openxmlformats-officedocument.presentationml.presentation.main+xml"/>
  <Override PartName="/ppt/slideMasters/_rels/slideMaster29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9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_rels/slideLayout20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31.xml.rels" ContentType="application/vnd.openxmlformats-package.relationships+xml"/>
  <Override PartName="/ppt/slideLayouts/_rels/slideLayout27.xml.rels" ContentType="application/vnd.openxmlformats-package.relationships+xml"/>
  <Override PartName="/ppt/slideLayouts/_rels/slideLayout26.xml.rels" ContentType="application/vnd.openxmlformats-package.relationships+xml"/>
  <Override PartName="/ppt/slideLayouts/_rels/slideLayout25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30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2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8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29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7.xml.rels" ContentType="application/vnd.openxmlformats-package.relationships+xml"/>
  <Override PartName="/ppt/slideLayouts/slideLayout2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12.xml.rels" ContentType="application/vnd.openxmlformats-package.relationships+xml"/>
  <Override PartName="/ppt/slides/_rels/slide10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4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5.xml" ContentType="application/vnd.openxmlformats-officedocument.presentationml.slide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s/slide9.xml" ContentType="application/vnd.openxmlformats-officedocument.presentationml.slide+xml"/>
  <Override PartName="/ppt/slides/slide6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1.png" ContentType="image/png"/>
  <Override PartName="/ppt/media/image6.png" ContentType="image/png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77" r:id="rId3"/>
  </p:sld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</p:sldIdLst>
  <p:sldSz cx="9144000" cy="5143500"/>
  <p:notesSz cx="6858000" cy="9144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9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://bit.ly/2Tynxth" TargetMode="External"/><Relationship Id="rId3" Type="http://schemas.openxmlformats.org/officeDocument/2006/relationships/hyperlink" Target="http://bit.ly/2TtBDfr" TargetMode="Externa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9.xml"/>
</Relationships>
</file>

<file path=ppt/slideLayouts/_rels/slideLayout3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9.xml"/>
</Relationships>
</file>

<file path=ppt/slideLayouts/_rels/slideLayout3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9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">
    <p:bg>
      <p:bgPr>
        <a:solidFill>
          <a:schemeClr val="dk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596160" y="685800"/>
            <a:ext cx="5120280" cy="2180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p>
            <a:pPr indent="0">
              <a:buNone/>
            </a:pPr>
            <a:r>
              <a:rPr b="0" lang="fr-FR" sz="8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8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cxnSp>
        <p:nvCxnSpPr>
          <p:cNvPr id="3" name="Google Shape;11;p2"/>
          <p:cNvCxnSpPr/>
          <p:nvPr/>
        </p:nvCxnSpPr>
        <p:spPr>
          <a:xfrm flipV="1">
            <a:off x="707040" y="531360"/>
            <a:ext cx="7724880" cy="7200"/>
          </a:xfrm>
          <a:prstGeom prst="straightConnector1">
            <a:avLst/>
          </a:prstGeom>
          <a:ln w="19050">
            <a:solidFill>
              <a:srgbClr val="ceeeff"/>
            </a:solidFill>
            <a:round/>
          </a:ln>
        </p:spPr>
      </p:cxnSp>
      <p:sp>
        <p:nvSpPr>
          <p:cNvPr id="4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IG_NUMBER">
    <p:bg>
      <p:bgPr>
        <a:solidFill>
          <a:schemeClr val="dk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1284120" y="1515960"/>
            <a:ext cx="6575760" cy="1510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b="1" lang="fr-FR" sz="9000" strike="noStrike" u="none">
                <a:solidFill>
                  <a:schemeClr val="lt1"/>
                </a:solidFill>
                <a:effectLst/>
                <a:uFillTx/>
                <a:latin typeface="Space Grotesk"/>
                <a:ea typeface="Space Grotesk"/>
              </a:rPr>
              <a:t>xx%</a:t>
            </a:r>
            <a:endParaRPr b="0" lang="fr-FR" sz="9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cxnSp>
        <p:nvCxnSpPr>
          <p:cNvPr id="6" name="Google Shape;79;p11"/>
          <p:cNvCxnSpPr/>
          <p:nvPr/>
        </p:nvCxnSpPr>
        <p:spPr>
          <a:xfrm flipV="1">
            <a:off x="707040" y="531360"/>
            <a:ext cx="7724880" cy="7200"/>
          </a:xfrm>
          <a:prstGeom prst="straightConnector1">
            <a:avLst/>
          </a:prstGeom>
          <a:ln w="19050">
            <a:solidFill>
              <a:srgbClr val="191919"/>
            </a:solidFill>
            <a:round/>
          </a:ln>
        </p:spPr>
      </p:cxnSp>
      <p:grpSp>
        <p:nvGrpSpPr>
          <p:cNvPr id="7" name="Google Shape;80;p11"/>
          <p:cNvGrpSpPr/>
          <p:nvPr/>
        </p:nvGrpSpPr>
        <p:grpSpPr>
          <a:xfrm>
            <a:off x="714960" y="632160"/>
            <a:ext cx="103320" cy="615600"/>
            <a:chOff x="714960" y="632160"/>
            <a:chExt cx="103320" cy="615600"/>
          </a:xfrm>
        </p:grpSpPr>
        <p:sp>
          <p:nvSpPr>
            <p:cNvPr id="8" name="Google Shape;81;p11"/>
            <p:cNvSpPr/>
            <p:nvPr/>
          </p:nvSpPr>
          <p:spPr>
            <a:xfrm>
              <a:off x="714960" y="632160"/>
              <a:ext cx="103320" cy="103320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80d1fc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36360" bIns="363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" name="Google Shape;82;p11"/>
            <p:cNvSpPr/>
            <p:nvPr/>
          </p:nvSpPr>
          <p:spPr>
            <a:xfrm>
              <a:off x="714960" y="888120"/>
              <a:ext cx="103320" cy="103320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80d1fc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36360" bIns="363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" name="Google Shape;83;p11"/>
            <p:cNvSpPr/>
            <p:nvPr/>
          </p:nvSpPr>
          <p:spPr>
            <a:xfrm>
              <a:off x="714960" y="1144440"/>
              <a:ext cx="103320" cy="103320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80d1fc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36360" bIns="363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11" name="Google Shape;84;p11"/>
          <p:cNvSpPr/>
          <p:nvPr/>
        </p:nvSpPr>
        <p:spPr>
          <a:xfrm>
            <a:off x="7710480" y="538200"/>
            <a:ext cx="720720" cy="720720"/>
          </a:xfrm>
          <a:prstGeom prst="star8">
            <a:avLst>
              <a:gd name="adj" fmla="val 12365"/>
            </a:avLst>
          </a:prstGeom>
          <a:gradFill rotWithShape="0">
            <a:gsLst>
              <a:gs pos="0">
                <a:srgbClr val="ffffff"/>
              </a:gs>
              <a:gs pos="100000">
                <a:srgbClr val="80d1fc"/>
              </a:gs>
            </a:gsLst>
            <a:lin ang="54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82440" bIns="82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_1">
    <p:bg>
      <p:bgPr>
        <a:gradFill rotWithShape="0">
          <a:gsLst>
            <a:gs pos="0">
              <a:srgbClr val="ffffff"/>
            </a:gs>
            <a:gs pos="100000">
              <a:srgbClr val="ceeeff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1690200" y="1390680"/>
            <a:ext cx="2747520" cy="792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buNone/>
            </a:pPr>
            <a:r>
              <a:rPr b="0" lang="fr-FR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title"/>
          </p:nvPr>
        </p:nvSpPr>
        <p:spPr>
          <a:xfrm>
            <a:off x="726120" y="1528920"/>
            <a:ext cx="896760" cy="518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b="1" lang="fr-FR" sz="2400" strike="noStrike" u="none">
                <a:solidFill>
                  <a:schemeClr val="dk1"/>
                </a:solidFill>
                <a:effectLst/>
                <a:uFillTx/>
                <a:latin typeface="Space Grotesk"/>
                <a:ea typeface="Space Grotesk"/>
              </a:rPr>
              <a:t>xx%</a:t>
            </a:r>
            <a:endParaRPr b="0" lang="fr-FR" sz="24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 type="title"/>
          </p:nvPr>
        </p:nvSpPr>
        <p:spPr>
          <a:xfrm>
            <a:off x="5681160" y="1390680"/>
            <a:ext cx="2747520" cy="792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buNone/>
            </a:pPr>
            <a:r>
              <a:rPr b="0" lang="fr-FR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5" name="PlaceHolder 4"/>
          <p:cNvSpPr>
            <a:spLocks noGrp="1"/>
          </p:cNvSpPr>
          <p:nvPr>
            <p:ph type="title"/>
          </p:nvPr>
        </p:nvSpPr>
        <p:spPr>
          <a:xfrm>
            <a:off x="1690200" y="3028680"/>
            <a:ext cx="2747520" cy="792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p>
            <a:pPr indent="0">
              <a:buNone/>
            </a:pPr>
            <a:r>
              <a:rPr b="0" lang="fr-FR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6" name="PlaceHolder 5"/>
          <p:cNvSpPr>
            <a:spLocks noGrp="1"/>
          </p:cNvSpPr>
          <p:nvPr>
            <p:ph type="title"/>
          </p:nvPr>
        </p:nvSpPr>
        <p:spPr>
          <a:xfrm>
            <a:off x="747000" y="3165480"/>
            <a:ext cx="896760" cy="518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b="1" lang="fr-FR" sz="2400" strike="noStrike" u="none">
                <a:solidFill>
                  <a:schemeClr val="dk1"/>
                </a:solidFill>
                <a:effectLst/>
                <a:uFillTx/>
                <a:latin typeface="Space Grotesk"/>
                <a:ea typeface="Space Grotesk"/>
              </a:rPr>
              <a:t>xx%</a:t>
            </a:r>
            <a:endParaRPr b="0" lang="fr-FR" sz="24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7" name="PlaceHolder 6"/>
          <p:cNvSpPr>
            <a:spLocks noGrp="1"/>
          </p:cNvSpPr>
          <p:nvPr>
            <p:ph type="title"/>
          </p:nvPr>
        </p:nvSpPr>
        <p:spPr>
          <a:xfrm>
            <a:off x="5681160" y="3028680"/>
            <a:ext cx="2747520" cy="792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p>
            <a:pPr indent="0">
              <a:buNone/>
            </a:pPr>
            <a:r>
              <a:rPr b="0" lang="fr-FR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8" name="PlaceHolder 7"/>
          <p:cNvSpPr>
            <a:spLocks noGrp="1"/>
          </p:cNvSpPr>
          <p:nvPr>
            <p:ph type="title"/>
          </p:nvPr>
        </p:nvSpPr>
        <p:spPr>
          <a:xfrm>
            <a:off x="1063440" y="534960"/>
            <a:ext cx="7364880" cy="572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 indent="0">
              <a:buNone/>
            </a:pPr>
            <a:r>
              <a:rPr b="0" lang="fr-FR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cxnSp>
        <p:nvCxnSpPr>
          <p:cNvPr id="19" name="Google Shape;98;p13"/>
          <p:cNvCxnSpPr/>
          <p:nvPr/>
        </p:nvCxnSpPr>
        <p:spPr>
          <a:xfrm flipV="1">
            <a:off x="707040" y="4605120"/>
            <a:ext cx="7724880" cy="6840"/>
          </a:xfrm>
          <a:prstGeom prst="straightConnector1">
            <a:avLst/>
          </a:prstGeom>
          <a:ln w="19050">
            <a:solidFill>
              <a:srgbClr val="191919"/>
            </a:solidFill>
            <a:round/>
          </a:ln>
        </p:spPr>
      </p:cxnSp>
      <p:sp>
        <p:nvSpPr>
          <p:cNvPr id="20" name="Google Shape;99;p13"/>
          <p:cNvSpPr/>
          <p:nvPr/>
        </p:nvSpPr>
        <p:spPr>
          <a:xfrm>
            <a:off x="714960" y="660600"/>
            <a:ext cx="348120" cy="263520"/>
          </a:xfrm>
          <a:custGeom>
            <a:avLst/>
            <a:gdLst>
              <a:gd name="textAreaLeft" fmla="*/ 0 w 348120"/>
              <a:gd name="textAreaRight" fmla="*/ 348480 w 348120"/>
              <a:gd name="textAreaTop" fmla="*/ 0 h 263520"/>
              <a:gd name="textAreaBottom" fmla="*/ 263880 h 263520"/>
            </a:gdLst>
            <a:ahLst/>
            <a:cxnLst/>
            <a:rect l="textAreaLeft" t="textAreaTop" r="textAreaRight" b="textAreaBottom"/>
            <a:pathLst>
              <a:path w="2439" h="1848">
                <a:moveTo>
                  <a:pt x="1580" y="1"/>
                </a:moveTo>
                <a:lnTo>
                  <a:pt x="1371" y="203"/>
                </a:lnTo>
                <a:lnTo>
                  <a:pt x="1919" y="780"/>
                </a:lnTo>
                <a:lnTo>
                  <a:pt x="1" y="780"/>
                </a:lnTo>
                <a:lnTo>
                  <a:pt x="1" y="1068"/>
                </a:lnTo>
                <a:lnTo>
                  <a:pt x="1919" y="1068"/>
                </a:lnTo>
                <a:lnTo>
                  <a:pt x="1371" y="1645"/>
                </a:lnTo>
                <a:lnTo>
                  <a:pt x="1580" y="1847"/>
                </a:lnTo>
                <a:lnTo>
                  <a:pt x="2439" y="924"/>
                </a:lnTo>
                <a:lnTo>
                  <a:pt x="1580" y="1"/>
                </a:ln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1" name="PlaceHolder 8"/>
          <p:cNvSpPr>
            <a:spLocks noGrp="1"/>
          </p:cNvSpPr>
          <p:nvPr>
            <p:ph type="title"/>
          </p:nvPr>
        </p:nvSpPr>
        <p:spPr>
          <a:xfrm>
            <a:off x="4719600" y="1528920"/>
            <a:ext cx="896760" cy="518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b="1" lang="fr-FR" sz="2400" strike="noStrike" u="none">
                <a:solidFill>
                  <a:schemeClr val="dk1"/>
                </a:solidFill>
                <a:effectLst/>
                <a:uFillTx/>
                <a:latin typeface="Space Grotesk"/>
                <a:ea typeface="Space Grotesk"/>
              </a:rPr>
              <a:t>xx%</a:t>
            </a:r>
            <a:endParaRPr b="0" lang="fr-FR" sz="24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2" name="PlaceHolder 9"/>
          <p:cNvSpPr>
            <a:spLocks noGrp="1"/>
          </p:cNvSpPr>
          <p:nvPr>
            <p:ph type="title"/>
          </p:nvPr>
        </p:nvSpPr>
        <p:spPr>
          <a:xfrm>
            <a:off x="4740480" y="3165480"/>
            <a:ext cx="896760" cy="518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b="1" lang="fr-FR" sz="2400" strike="noStrike" u="none">
                <a:solidFill>
                  <a:schemeClr val="dk1"/>
                </a:solidFill>
                <a:effectLst/>
                <a:uFillTx/>
                <a:latin typeface="Space Grotesk"/>
                <a:ea typeface="Space Grotesk"/>
              </a:rPr>
              <a:t>xx%</a:t>
            </a:r>
            <a:endParaRPr b="0" lang="fr-FR" sz="24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USTOM_2">
    <p:bg>
      <p:bgPr>
        <a:gradFill rotWithShape="0">
          <a:gsLst>
            <a:gs pos="0">
              <a:srgbClr val="ffffff"/>
            </a:gs>
            <a:gs pos="100000">
              <a:srgbClr val="ceeeff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1063440" y="534960"/>
            <a:ext cx="7364880" cy="572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 indent="0">
              <a:buNone/>
            </a:pPr>
            <a:r>
              <a:rPr b="0" lang="fr-FR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grpSp>
        <p:nvGrpSpPr>
          <p:cNvPr id="24" name="Google Shape;104;p14"/>
          <p:cNvGrpSpPr/>
          <p:nvPr/>
        </p:nvGrpSpPr>
        <p:grpSpPr>
          <a:xfrm>
            <a:off x="8325000" y="534960"/>
            <a:ext cx="103320" cy="615240"/>
            <a:chOff x="8325000" y="534960"/>
            <a:chExt cx="103320" cy="615240"/>
          </a:xfrm>
        </p:grpSpPr>
        <p:sp>
          <p:nvSpPr>
            <p:cNvPr id="25" name="Google Shape;105;p14"/>
            <p:cNvSpPr/>
            <p:nvPr/>
          </p:nvSpPr>
          <p:spPr>
            <a:xfrm>
              <a:off x="8325000" y="534960"/>
              <a:ext cx="103320" cy="103320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80d1fc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36360" bIns="363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6" name="Google Shape;106;p14"/>
            <p:cNvSpPr/>
            <p:nvPr/>
          </p:nvSpPr>
          <p:spPr>
            <a:xfrm>
              <a:off x="8325000" y="790920"/>
              <a:ext cx="103320" cy="103320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80d1fc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36360" bIns="363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7" name="Google Shape;107;p14"/>
            <p:cNvSpPr/>
            <p:nvPr/>
          </p:nvSpPr>
          <p:spPr>
            <a:xfrm>
              <a:off x="8325000" y="1046880"/>
              <a:ext cx="103320" cy="103320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80d1fc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36360" bIns="363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28" name="Google Shape;108;p14"/>
          <p:cNvSpPr/>
          <p:nvPr/>
        </p:nvSpPr>
        <p:spPr>
          <a:xfrm>
            <a:off x="714960" y="660600"/>
            <a:ext cx="348120" cy="263520"/>
          </a:xfrm>
          <a:custGeom>
            <a:avLst/>
            <a:gdLst>
              <a:gd name="textAreaLeft" fmla="*/ 0 w 348120"/>
              <a:gd name="textAreaRight" fmla="*/ 348480 w 348120"/>
              <a:gd name="textAreaTop" fmla="*/ 0 h 263520"/>
              <a:gd name="textAreaBottom" fmla="*/ 263880 h 263520"/>
            </a:gdLst>
            <a:ahLst/>
            <a:cxnLst/>
            <a:rect l="textAreaLeft" t="textAreaTop" r="textAreaRight" b="textAreaBottom"/>
            <a:pathLst>
              <a:path w="2439" h="1848">
                <a:moveTo>
                  <a:pt x="1580" y="1"/>
                </a:moveTo>
                <a:lnTo>
                  <a:pt x="1371" y="203"/>
                </a:lnTo>
                <a:lnTo>
                  <a:pt x="1919" y="780"/>
                </a:lnTo>
                <a:lnTo>
                  <a:pt x="1" y="780"/>
                </a:lnTo>
                <a:lnTo>
                  <a:pt x="1" y="1068"/>
                </a:lnTo>
                <a:lnTo>
                  <a:pt x="1919" y="1068"/>
                </a:lnTo>
                <a:lnTo>
                  <a:pt x="1371" y="1645"/>
                </a:lnTo>
                <a:lnTo>
                  <a:pt x="1580" y="1847"/>
                </a:lnTo>
                <a:lnTo>
                  <a:pt x="2439" y="924"/>
                </a:lnTo>
                <a:lnTo>
                  <a:pt x="1580" y="1"/>
                </a:ln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USTOM_2_1">
    <p:bg>
      <p:bgPr>
        <a:gradFill rotWithShape="0">
          <a:gsLst>
            <a:gs pos="0">
              <a:srgbClr val="ffffff"/>
            </a:gs>
            <a:gs pos="100000">
              <a:srgbClr val="ceeeff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1063440" y="534960"/>
            <a:ext cx="7364880" cy="572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 indent="0">
              <a:buNone/>
            </a:pPr>
            <a:r>
              <a:rPr b="0" lang="fr-FR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0" name="Google Shape;111;p15"/>
          <p:cNvSpPr/>
          <p:nvPr/>
        </p:nvSpPr>
        <p:spPr>
          <a:xfrm>
            <a:off x="714960" y="660600"/>
            <a:ext cx="348120" cy="263520"/>
          </a:xfrm>
          <a:custGeom>
            <a:avLst/>
            <a:gdLst>
              <a:gd name="textAreaLeft" fmla="*/ 0 w 348120"/>
              <a:gd name="textAreaRight" fmla="*/ 348480 w 348120"/>
              <a:gd name="textAreaTop" fmla="*/ 0 h 263520"/>
              <a:gd name="textAreaBottom" fmla="*/ 263880 h 263520"/>
            </a:gdLst>
            <a:ahLst/>
            <a:cxnLst/>
            <a:rect l="textAreaLeft" t="textAreaTop" r="textAreaRight" b="textAreaBottom"/>
            <a:pathLst>
              <a:path w="2439" h="1848">
                <a:moveTo>
                  <a:pt x="1580" y="1"/>
                </a:moveTo>
                <a:lnTo>
                  <a:pt x="1371" y="203"/>
                </a:lnTo>
                <a:lnTo>
                  <a:pt x="1919" y="780"/>
                </a:lnTo>
                <a:lnTo>
                  <a:pt x="1" y="780"/>
                </a:lnTo>
                <a:lnTo>
                  <a:pt x="1" y="1068"/>
                </a:lnTo>
                <a:lnTo>
                  <a:pt x="1919" y="1068"/>
                </a:lnTo>
                <a:lnTo>
                  <a:pt x="1371" y="1645"/>
                </a:lnTo>
                <a:lnTo>
                  <a:pt x="1580" y="1847"/>
                </a:lnTo>
                <a:lnTo>
                  <a:pt x="2439" y="924"/>
                </a:lnTo>
                <a:lnTo>
                  <a:pt x="1580" y="1"/>
                </a:ln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USTOM_2_1_1">
    <p:bg>
      <p:bgPr>
        <a:gradFill rotWithShape="0">
          <a:gsLst>
            <a:gs pos="0">
              <a:srgbClr val="ffffff"/>
            </a:gs>
            <a:gs pos="100000">
              <a:srgbClr val="ceeeff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1063440" y="534960"/>
            <a:ext cx="7364880" cy="572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 indent="0">
              <a:buNone/>
            </a:pPr>
            <a:r>
              <a:rPr b="0" lang="fr-FR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2" name="Google Shape;114;p16"/>
          <p:cNvSpPr/>
          <p:nvPr/>
        </p:nvSpPr>
        <p:spPr>
          <a:xfrm>
            <a:off x="714960" y="660600"/>
            <a:ext cx="348120" cy="263520"/>
          </a:xfrm>
          <a:custGeom>
            <a:avLst/>
            <a:gdLst>
              <a:gd name="textAreaLeft" fmla="*/ 0 w 348120"/>
              <a:gd name="textAreaRight" fmla="*/ 348480 w 348120"/>
              <a:gd name="textAreaTop" fmla="*/ 0 h 263520"/>
              <a:gd name="textAreaBottom" fmla="*/ 263880 h 263520"/>
            </a:gdLst>
            <a:ahLst/>
            <a:cxnLst/>
            <a:rect l="textAreaLeft" t="textAreaTop" r="textAreaRight" b="textAreaBottom"/>
            <a:pathLst>
              <a:path w="2439" h="1848">
                <a:moveTo>
                  <a:pt x="1580" y="1"/>
                </a:moveTo>
                <a:lnTo>
                  <a:pt x="1371" y="203"/>
                </a:lnTo>
                <a:lnTo>
                  <a:pt x="1919" y="780"/>
                </a:lnTo>
                <a:lnTo>
                  <a:pt x="1" y="780"/>
                </a:lnTo>
                <a:lnTo>
                  <a:pt x="1" y="1068"/>
                </a:lnTo>
                <a:lnTo>
                  <a:pt x="1919" y="1068"/>
                </a:lnTo>
                <a:lnTo>
                  <a:pt x="1371" y="1645"/>
                </a:lnTo>
                <a:lnTo>
                  <a:pt x="1580" y="1847"/>
                </a:lnTo>
                <a:lnTo>
                  <a:pt x="2439" y="924"/>
                </a:lnTo>
                <a:lnTo>
                  <a:pt x="1580" y="1"/>
                </a:ln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3" name="Google Shape;115;p16"/>
          <p:cNvSpPr/>
          <p:nvPr/>
        </p:nvSpPr>
        <p:spPr>
          <a:xfrm>
            <a:off x="7935480" y="534960"/>
            <a:ext cx="493560" cy="493560"/>
          </a:xfrm>
          <a:prstGeom prst="star8">
            <a:avLst>
              <a:gd name="adj" fmla="val 12365"/>
            </a:avLst>
          </a:prstGeom>
          <a:gradFill rotWithShape="0">
            <a:gsLst>
              <a:gs pos="0">
                <a:srgbClr val="ffffff"/>
              </a:gs>
              <a:gs pos="100000">
                <a:srgbClr val="80d1fc"/>
              </a:gs>
            </a:gsLst>
            <a:lin ang="54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56160" bIns="5616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USTOM_2_1_1_1">
    <p:bg>
      <p:bgPr>
        <a:gradFill rotWithShape="0">
          <a:gsLst>
            <a:gs pos="0">
              <a:srgbClr val="ffffff"/>
            </a:gs>
            <a:gs pos="100000">
              <a:srgbClr val="ceeeff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117;p17"/>
          <p:cNvSpPr/>
          <p:nvPr/>
        </p:nvSpPr>
        <p:spPr>
          <a:xfrm>
            <a:off x="714960" y="660600"/>
            <a:ext cx="348120" cy="263520"/>
          </a:xfrm>
          <a:custGeom>
            <a:avLst/>
            <a:gdLst>
              <a:gd name="textAreaLeft" fmla="*/ 0 w 348120"/>
              <a:gd name="textAreaRight" fmla="*/ 348480 w 348120"/>
              <a:gd name="textAreaTop" fmla="*/ 0 h 263520"/>
              <a:gd name="textAreaBottom" fmla="*/ 263880 h 263520"/>
            </a:gdLst>
            <a:ahLst/>
            <a:cxnLst/>
            <a:rect l="textAreaLeft" t="textAreaTop" r="textAreaRight" b="textAreaBottom"/>
            <a:pathLst>
              <a:path w="2439" h="1848">
                <a:moveTo>
                  <a:pt x="1580" y="1"/>
                </a:moveTo>
                <a:lnTo>
                  <a:pt x="1371" y="203"/>
                </a:lnTo>
                <a:lnTo>
                  <a:pt x="1919" y="780"/>
                </a:lnTo>
                <a:lnTo>
                  <a:pt x="1" y="780"/>
                </a:lnTo>
                <a:lnTo>
                  <a:pt x="1" y="1068"/>
                </a:lnTo>
                <a:lnTo>
                  <a:pt x="1919" y="1068"/>
                </a:lnTo>
                <a:lnTo>
                  <a:pt x="1371" y="1645"/>
                </a:lnTo>
                <a:lnTo>
                  <a:pt x="1580" y="1847"/>
                </a:lnTo>
                <a:lnTo>
                  <a:pt x="2439" y="924"/>
                </a:lnTo>
                <a:lnTo>
                  <a:pt x="1580" y="1"/>
                </a:ln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6" name="PlaceHolder 1"/>
          <p:cNvSpPr>
            <a:spLocks noGrp="1"/>
          </p:cNvSpPr>
          <p:nvPr>
            <p:ph type="title"/>
          </p:nvPr>
        </p:nvSpPr>
        <p:spPr>
          <a:xfrm>
            <a:off x="1063440" y="534960"/>
            <a:ext cx="7364880" cy="572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 indent="0">
              <a:buNone/>
            </a:pPr>
            <a:r>
              <a:rPr b="0" lang="fr-FR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USTOM_6">
    <p:bg>
      <p:bgPr>
        <a:gradFill rotWithShape="0">
          <a:gsLst>
            <a:gs pos="0">
              <a:srgbClr val="ffffff"/>
            </a:gs>
            <a:gs pos="100000">
              <a:srgbClr val="ceeeff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1063440" y="534960"/>
            <a:ext cx="7364880" cy="572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 indent="0">
              <a:buNone/>
            </a:pPr>
            <a:r>
              <a:rPr b="0" lang="fr-FR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8" name="Google Shape;121;p18"/>
          <p:cNvSpPr/>
          <p:nvPr/>
        </p:nvSpPr>
        <p:spPr>
          <a:xfrm>
            <a:off x="714960" y="660600"/>
            <a:ext cx="348120" cy="263520"/>
          </a:xfrm>
          <a:custGeom>
            <a:avLst/>
            <a:gdLst>
              <a:gd name="textAreaLeft" fmla="*/ 0 w 348120"/>
              <a:gd name="textAreaRight" fmla="*/ 348480 w 348120"/>
              <a:gd name="textAreaTop" fmla="*/ 0 h 263520"/>
              <a:gd name="textAreaBottom" fmla="*/ 263880 h 263520"/>
            </a:gdLst>
            <a:ahLst/>
            <a:cxnLst/>
            <a:rect l="textAreaLeft" t="textAreaTop" r="textAreaRight" b="textAreaBottom"/>
            <a:pathLst>
              <a:path w="2439" h="1848">
                <a:moveTo>
                  <a:pt x="1580" y="1"/>
                </a:moveTo>
                <a:lnTo>
                  <a:pt x="1371" y="203"/>
                </a:lnTo>
                <a:lnTo>
                  <a:pt x="1919" y="780"/>
                </a:lnTo>
                <a:lnTo>
                  <a:pt x="1" y="780"/>
                </a:lnTo>
                <a:lnTo>
                  <a:pt x="1" y="1068"/>
                </a:lnTo>
                <a:lnTo>
                  <a:pt x="1919" y="1068"/>
                </a:lnTo>
                <a:lnTo>
                  <a:pt x="1371" y="1645"/>
                </a:lnTo>
                <a:lnTo>
                  <a:pt x="1580" y="1847"/>
                </a:lnTo>
                <a:lnTo>
                  <a:pt x="2439" y="924"/>
                </a:lnTo>
                <a:lnTo>
                  <a:pt x="1580" y="1"/>
                </a:ln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9" name="Google Shape;122;p18"/>
          <p:cNvSpPr/>
          <p:nvPr/>
        </p:nvSpPr>
        <p:spPr>
          <a:xfrm>
            <a:off x="8429040" y="402840"/>
            <a:ext cx="263520" cy="263520"/>
          </a:xfrm>
          <a:prstGeom prst="star8">
            <a:avLst>
              <a:gd name="adj" fmla="val 12365"/>
            </a:avLst>
          </a:prstGeom>
          <a:gradFill rotWithShape="0">
            <a:gsLst>
              <a:gs pos="0">
                <a:srgbClr val="ffffff"/>
              </a:gs>
              <a:gs pos="100000">
                <a:srgbClr val="80d1fc"/>
              </a:gs>
            </a:gsLst>
            <a:lin ang="54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30240" bIns="302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40" name="Google Shape;123;p18"/>
          <p:cNvSpPr/>
          <p:nvPr/>
        </p:nvSpPr>
        <p:spPr>
          <a:xfrm>
            <a:off x="7935120" y="545760"/>
            <a:ext cx="493560" cy="493560"/>
          </a:xfrm>
          <a:prstGeom prst="star8">
            <a:avLst>
              <a:gd name="adj" fmla="val 12365"/>
            </a:avLst>
          </a:prstGeom>
          <a:gradFill rotWithShape="0">
            <a:gsLst>
              <a:gs pos="0">
                <a:srgbClr val="ffffff"/>
              </a:gs>
              <a:gs pos="100000">
                <a:srgbClr val="80d1fc"/>
              </a:gs>
            </a:gsLst>
            <a:lin ang="54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56160" bIns="5616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USTOM_4_1">
    <p:bg>
      <p:bgPr>
        <a:gradFill rotWithShape="0">
          <a:gsLst>
            <a:gs pos="0">
              <a:srgbClr val="ffffff"/>
            </a:gs>
            <a:gs pos="100000">
              <a:srgbClr val="ceeeff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1" name="Google Shape;126;p19"/>
          <p:cNvCxnSpPr/>
          <p:nvPr/>
        </p:nvCxnSpPr>
        <p:spPr>
          <a:xfrm flipV="1">
            <a:off x="707040" y="531360"/>
            <a:ext cx="7724880" cy="7200"/>
          </a:xfrm>
          <a:prstGeom prst="straightConnector1">
            <a:avLst/>
          </a:prstGeom>
          <a:ln w="19050">
            <a:solidFill>
              <a:srgbClr val="191919"/>
            </a:solidFill>
            <a:round/>
          </a:ln>
        </p:spPr>
      </p:cxnSp>
      <p:grpSp>
        <p:nvGrpSpPr>
          <p:cNvPr id="42" name="Google Shape;127;p19"/>
          <p:cNvGrpSpPr/>
          <p:nvPr/>
        </p:nvGrpSpPr>
        <p:grpSpPr>
          <a:xfrm>
            <a:off x="8325000" y="736920"/>
            <a:ext cx="103320" cy="615240"/>
            <a:chOff x="8325000" y="736920"/>
            <a:chExt cx="103320" cy="615240"/>
          </a:xfrm>
        </p:grpSpPr>
        <p:sp>
          <p:nvSpPr>
            <p:cNvPr id="43" name="Google Shape;128;p19"/>
            <p:cNvSpPr/>
            <p:nvPr/>
          </p:nvSpPr>
          <p:spPr>
            <a:xfrm>
              <a:off x="8325000" y="736920"/>
              <a:ext cx="103320" cy="103320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80d1fc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36360" bIns="363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4" name="Google Shape;129;p19"/>
            <p:cNvSpPr/>
            <p:nvPr/>
          </p:nvSpPr>
          <p:spPr>
            <a:xfrm>
              <a:off x="8325000" y="992880"/>
              <a:ext cx="103320" cy="103320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80d1fc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36360" bIns="363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5" name="Google Shape;130;p19"/>
            <p:cNvSpPr/>
            <p:nvPr/>
          </p:nvSpPr>
          <p:spPr>
            <a:xfrm>
              <a:off x="8325000" y="1248840"/>
              <a:ext cx="103320" cy="103320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80d1fc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36360" bIns="363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1063440" y="534960"/>
            <a:ext cx="7367760" cy="572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 indent="0">
              <a:buNone/>
            </a:pPr>
            <a:r>
              <a:rPr b="0" lang="fr-FR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USTOM_4_1_1">
    <p:bg>
      <p:bgPr>
        <a:gradFill rotWithShape="0">
          <a:gsLst>
            <a:gs pos="0">
              <a:srgbClr val="ffffff"/>
            </a:gs>
            <a:gs pos="100000">
              <a:srgbClr val="ceeeff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1462680" y="534960"/>
            <a:ext cx="6217920" cy="1408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buNone/>
            </a:pPr>
            <a:r>
              <a:rPr b="0" lang="fr-FR" sz="4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4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body"/>
          </p:nvPr>
        </p:nvSpPr>
        <p:spPr>
          <a:xfrm>
            <a:off x="714960" y="2138760"/>
            <a:ext cx="7713720" cy="1950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49" name="Google Shape;135;p20"/>
          <p:cNvCxnSpPr/>
          <p:nvPr/>
        </p:nvCxnSpPr>
        <p:spPr>
          <a:xfrm flipV="1">
            <a:off x="707040" y="4605120"/>
            <a:ext cx="7724880" cy="6840"/>
          </a:xfrm>
          <a:prstGeom prst="straightConnector1">
            <a:avLst/>
          </a:prstGeom>
          <a:ln w="19050">
            <a:solidFill>
              <a:srgbClr val="191919"/>
            </a:solidFill>
            <a:round/>
          </a:ln>
        </p:spPr>
      </p:cxnSp>
      <p:grpSp>
        <p:nvGrpSpPr>
          <p:cNvPr id="50" name="Google Shape;136;p20"/>
          <p:cNvGrpSpPr/>
          <p:nvPr/>
        </p:nvGrpSpPr>
        <p:grpSpPr>
          <a:xfrm>
            <a:off x="714960" y="632160"/>
            <a:ext cx="103320" cy="615600"/>
            <a:chOff x="714960" y="632160"/>
            <a:chExt cx="103320" cy="615600"/>
          </a:xfrm>
        </p:grpSpPr>
        <p:sp>
          <p:nvSpPr>
            <p:cNvPr id="51" name="Google Shape;137;p20"/>
            <p:cNvSpPr/>
            <p:nvPr/>
          </p:nvSpPr>
          <p:spPr>
            <a:xfrm>
              <a:off x="714960" y="632160"/>
              <a:ext cx="103320" cy="103320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80d1fc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36360" bIns="363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2" name="Google Shape;138;p20"/>
            <p:cNvSpPr/>
            <p:nvPr/>
          </p:nvSpPr>
          <p:spPr>
            <a:xfrm>
              <a:off x="714960" y="888120"/>
              <a:ext cx="103320" cy="103320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80d1fc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36360" bIns="363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3" name="Google Shape;139;p20"/>
            <p:cNvSpPr/>
            <p:nvPr/>
          </p:nvSpPr>
          <p:spPr>
            <a:xfrm>
              <a:off x="714960" y="1144440"/>
              <a:ext cx="103320" cy="103320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80d1fc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36360" bIns="363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54" name="Google Shape;140;p20"/>
          <p:cNvSpPr/>
          <p:nvPr/>
        </p:nvSpPr>
        <p:spPr>
          <a:xfrm>
            <a:off x="7710480" y="538200"/>
            <a:ext cx="720720" cy="720720"/>
          </a:xfrm>
          <a:prstGeom prst="star8">
            <a:avLst>
              <a:gd name="adj" fmla="val 12365"/>
            </a:avLst>
          </a:prstGeom>
          <a:gradFill rotWithShape="0">
            <a:gsLst>
              <a:gs pos="0">
                <a:srgbClr val="ffffff"/>
              </a:gs>
              <a:gs pos="100000">
                <a:srgbClr val="80d1fc"/>
              </a:gs>
            </a:gsLst>
            <a:lin ang="54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82440" bIns="82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_HEADER">
    <p:bg>
      <p:bgPr>
        <a:solidFill>
          <a:schemeClr val="dk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715320" y="2396160"/>
            <a:ext cx="7713720" cy="1452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p>
            <a:pPr indent="0">
              <a:buNone/>
            </a:pPr>
            <a:r>
              <a:rPr b="0" lang="fr-FR" sz="42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42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title"/>
          </p:nvPr>
        </p:nvSpPr>
        <p:spPr>
          <a:xfrm>
            <a:off x="2996640" y="1181520"/>
            <a:ext cx="3150720" cy="841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b="1" lang="fr-FR" sz="6000" strike="noStrike" u="none">
                <a:solidFill>
                  <a:schemeClr val="lt1"/>
                </a:solidFill>
                <a:effectLst/>
                <a:uFillTx/>
                <a:latin typeface="Space Grotesk"/>
                <a:ea typeface="Space Grotesk"/>
              </a:rPr>
              <a:t>xx%</a:t>
            </a:r>
            <a:endParaRPr b="0" lang="fr-FR" sz="6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grpSp>
        <p:nvGrpSpPr>
          <p:cNvPr id="57" name="Google Shape;16;p3"/>
          <p:cNvGrpSpPr/>
          <p:nvPr/>
        </p:nvGrpSpPr>
        <p:grpSpPr>
          <a:xfrm>
            <a:off x="8325000" y="760320"/>
            <a:ext cx="103320" cy="615600"/>
            <a:chOff x="8325000" y="760320"/>
            <a:chExt cx="103320" cy="615600"/>
          </a:xfrm>
        </p:grpSpPr>
        <p:sp>
          <p:nvSpPr>
            <p:cNvPr id="58" name="Google Shape;17;p3"/>
            <p:cNvSpPr/>
            <p:nvPr/>
          </p:nvSpPr>
          <p:spPr>
            <a:xfrm>
              <a:off x="8325000" y="760320"/>
              <a:ext cx="103320" cy="103320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80d1fc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36360" bIns="363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9" name="Google Shape;18;p3"/>
            <p:cNvSpPr/>
            <p:nvPr/>
          </p:nvSpPr>
          <p:spPr>
            <a:xfrm>
              <a:off x="8325000" y="1016280"/>
              <a:ext cx="103320" cy="103320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80d1fc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36360" bIns="363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0" name="Google Shape;19;p3"/>
            <p:cNvSpPr/>
            <p:nvPr/>
          </p:nvSpPr>
          <p:spPr>
            <a:xfrm>
              <a:off x="8325000" y="1272600"/>
              <a:ext cx="103320" cy="103320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80d1fc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36360" bIns="363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61" name="Google Shape;20;p3"/>
          <p:cNvSpPr/>
          <p:nvPr/>
        </p:nvSpPr>
        <p:spPr>
          <a:xfrm>
            <a:off x="714960" y="723600"/>
            <a:ext cx="720720" cy="720720"/>
          </a:xfrm>
          <a:prstGeom prst="star8">
            <a:avLst>
              <a:gd name="adj" fmla="val 12365"/>
            </a:avLst>
          </a:prstGeom>
          <a:gradFill rotWithShape="0">
            <a:gsLst>
              <a:gs pos="0">
                <a:srgbClr val="ffffff"/>
              </a:gs>
              <a:gs pos="100000">
                <a:srgbClr val="80d1fc"/>
              </a:gs>
            </a:gsLst>
            <a:lin ang="54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82440" bIns="82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cxnSp>
        <p:nvCxnSpPr>
          <p:cNvPr id="62" name="Google Shape;21;p3"/>
          <p:cNvCxnSpPr/>
          <p:nvPr/>
        </p:nvCxnSpPr>
        <p:spPr>
          <a:xfrm flipV="1">
            <a:off x="707040" y="531360"/>
            <a:ext cx="7724880" cy="7200"/>
          </a:xfrm>
          <a:prstGeom prst="straightConnector1">
            <a:avLst/>
          </a:prstGeom>
          <a:ln w="19050">
            <a:solidFill>
              <a:srgbClr val="ceeeff"/>
            </a:solidFill>
            <a:round/>
          </a:ln>
        </p:spPr>
      </p:cxn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USTOM_4_1_1_1">
    <p:bg>
      <p:bgPr>
        <a:gradFill rotWithShape="0">
          <a:gsLst>
            <a:gs pos="0">
              <a:srgbClr val="ffffff"/>
            </a:gs>
            <a:gs pos="100000">
              <a:srgbClr val="ceeeff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3" name="Google Shape;142;p21"/>
          <p:cNvCxnSpPr/>
          <p:nvPr/>
        </p:nvCxnSpPr>
        <p:spPr>
          <a:xfrm flipV="1">
            <a:off x="707040" y="4605120"/>
            <a:ext cx="7724880" cy="6840"/>
          </a:xfrm>
          <a:prstGeom prst="straightConnector1">
            <a:avLst/>
          </a:prstGeom>
          <a:ln w="19050">
            <a:solidFill>
              <a:srgbClr val="191919"/>
            </a:solidFill>
            <a:round/>
          </a:ln>
        </p:spPr>
      </p:cxnSp>
      <p:sp>
        <p:nvSpPr>
          <p:cNvPr id="64" name="PlaceHolder 1"/>
          <p:cNvSpPr>
            <a:spLocks noGrp="1"/>
          </p:cNvSpPr>
          <p:nvPr>
            <p:ph type="title"/>
          </p:nvPr>
        </p:nvSpPr>
        <p:spPr>
          <a:xfrm>
            <a:off x="707400" y="534960"/>
            <a:ext cx="3864600" cy="1445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buNone/>
            </a:pPr>
            <a:r>
              <a:rPr b="0" lang="fr-FR" sz="26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26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65" name="PlaceHolder 2"/>
          <p:cNvSpPr>
            <a:spLocks noGrp="1"/>
          </p:cNvSpPr>
          <p:nvPr>
            <p:ph type="body"/>
          </p:nvPr>
        </p:nvSpPr>
        <p:spPr>
          <a:xfrm>
            <a:off x="707400" y="2066040"/>
            <a:ext cx="3864600" cy="2326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PlaceHolder 3"/>
          <p:cNvSpPr>
            <a:spLocks noGrp="1"/>
          </p:cNvSpPr>
          <p:nvPr>
            <p:ph type="body"/>
          </p:nvPr>
        </p:nvSpPr>
        <p:spPr>
          <a:xfrm>
            <a:off x="5074560" y="534960"/>
            <a:ext cx="3019680" cy="3858120"/>
          </a:xfrm>
          <a:prstGeom prst="rect">
            <a:avLst/>
          </a:prstGeom>
          <a:noFill/>
          <a:ln w="19080">
            <a:solidFill>
              <a:schemeClr val="dk1"/>
            </a:solidFill>
            <a:round/>
          </a:ln>
        </p:spPr>
        <p:txBody>
          <a:bodyPr lIns="90000" rIns="90000" tIns="45000" bIns="45000" anchor="t">
            <a:normAutofit fontScale="550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_1_1_1_2_1">
    <p:bg>
      <p:bgPr>
        <a:gradFill rotWithShape="0">
          <a:gsLst>
            <a:gs pos="0">
              <a:srgbClr val="ffffff"/>
            </a:gs>
            <a:gs pos="100000">
              <a:srgbClr val="ceeeff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2453760" y="1352880"/>
            <a:ext cx="3796920" cy="484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p>
            <a:pPr indent="0">
              <a:buNone/>
            </a:pPr>
            <a:r>
              <a:rPr b="0" lang="fr-FR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 type="title"/>
          </p:nvPr>
        </p:nvSpPr>
        <p:spPr>
          <a:xfrm>
            <a:off x="2453760" y="2408040"/>
            <a:ext cx="3796920" cy="484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p>
            <a:pPr indent="0">
              <a:buNone/>
            </a:pPr>
            <a:r>
              <a:rPr b="0" lang="fr-FR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 type="title"/>
          </p:nvPr>
        </p:nvSpPr>
        <p:spPr>
          <a:xfrm>
            <a:off x="2453760" y="3446640"/>
            <a:ext cx="3796920" cy="484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p>
            <a:pPr indent="0">
              <a:buNone/>
            </a:pPr>
            <a:r>
              <a:rPr b="0" lang="fr-FR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 type="title"/>
          </p:nvPr>
        </p:nvSpPr>
        <p:spPr>
          <a:xfrm>
            <a:off x="1063440" y="534960"/>
            <a:ext cx="7367760" cy="572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 indent="0">
              <a:buNone/>
            </a:pPr>
            <a:r>
              <a:rPr b="0" lang="fr-FR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cxnSp>
        <p:nvCxnSpPr>
          <p:cNvPr id="71" name="Google Shape;154;p22"/>
          <p:cNvCxnSpPr/>
          <p:nvPr/>
        </p:nvCxnSpPr>
        <p:spPr>
          <a:xfrm flipV="1">
            <a:off x="707040" y="4605120"/>
            <a:ext cx="7724880" cy="6840"/>
          </a:xfrm>
          <a:prstGeom prst="straightConnector1">
            <a:avLst/>
          </a:prstGeom>
          <a:ln w="19050">
            <a:solidFill>
              <a:srgbClr val="191919"/>
            </a:solidFill>
            <a:round/>
          </a:ln>
        </p:spPr>
      </p:cxnSp>
      <p:sp>
        <p:nvSpPr>
          <p:cNvPr id="72" name="Google Shape;155;p22"/>
          <p:cNvSpPr/>
          <p:nvPr/>
        </p:nvSpPr>
        <p:spPr>
          <a:xfrm>
            <a:off x="7935480" y="534960"/>
            <a:ext cx="493560" cy="493560"/>
          </a:xfrm>
          <a:prstGeom prst="star8">
            <a:avLst>
              <a:gd name="adj" fmla="val 12365"/>
            </a:avLst>
          </a:prstGeom>
          <a:gradFill rotWithShape="0">
            <a:gsLst>
              <a:gs pos="0">
                <a:srgbClr val="ffffff"/>
              </a:gs>
              <a:gs pos="100000">
                <a:srgbClr val="80d1fc"/>
              </a:gs>
            </a:gsLst>
            <a:lin ang="54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56160" bIns="5616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73" name="Google Shape;156;p22"/>
          <p:cNvSpPr/>
          <p:nvPr/>
        </p:nvSpPr>
        <p:spPr>
          <a:xfrm>
            <a:off x="714960" y="660600"/>
            <a:ext cx="348120" cy="263520"/>
          </a:xfrm>
          <a:custGeom>
            <a:avLst/>
            <a:gdLst>
              <a:gd name="textAreaLeft" fmla="*/ 0 w 348120"/>
              <a:gd name="textAreaRight" fmla="*/ 348480 w 348120"/>
              <a:gd name="textAreaTop" fmla="*/ 0 h 263520"/>
              <a:gd name="textAreaBottom" fmla="*/ 263880 h 263520"/>
            </a:gdLst>
            <a:ahLst/>
            <a:cxnLst/>
            <a:rect l="textAreaLeft" t="textAreaTop" r="textAreaRight" b="textAreaBottom"/>
            <a:pathLst>
              <a:path w="2439" h="1848">
                <a:moveTo>
                  <a:pt x="1580" y="1"/>
                </a:moveTo>
                <a:lnTo>
                  <a:pt x="1371" y="203"/>
                </a:lnTo>
                <a:lnTo>
                  <a:pt x="1919" y="780"/>
                </a:lnTo>
                <a:lnTo>
                  <a:pt x="1" y="780"/>
                </a:lnTo>
                <a:lnTo>
                  <a:pt x="1" y="1068"/>
                </a:lnTo>
                <a:lnTo>
                  <a:pt x="1919" y="1068"/>
                </a:lnTo>
                <a:lnTo>
                  <a:pt x="1371" y="1645"/>
                </a:lnTo>
                <a:lnTo>
                  <a:pt x="1580" y="1847"/>
                </a:lnTo>
                <a:lnTo>
                  <a:pt x="2439" y="924"/>
                </a:lnTo>
                <a:lnTo>
                  <a:pt x="1580" y="1"/>
                </a:ln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_1_1_1_1_2">
    <p:bg>
      <p:bgPr>
        <a:gradFill rotWithShape="0">
          <a:gsLst>
            <a:gs pos="0">
              <a:srgbClr val="ffffff"/>
            </a:gs>
            <a:gs pos="100000">
              <a:srgbClr val="ceeeff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PlaceHolder 1"/>
          <p:cNvSpPr>
            <a:spLocks noGrp="1"/>
          </p:cNvSpPr>
          <p:nvPr>
            <p:ph type="title"/>
          </p:nvPr>
        </p:nvSpPr>
        <p:spPr>
          <a:xfrm>
            <a:off x="1063440" y="534960"/>
            <a:ext cx="7364880" cy="572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 indent="0">
              <a:buNone/>
            </a:pPr>
            <a:r>
              <a:rPr b="0" lang="fr-FR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grpSp>
        <p:nvGrpSpPr>
          <p:cNvPr id="75" name="Google Shape;159;p23"/>
          <p:cNvGrpSpPr/>
          <p:nvPr/>
        </p:nvGrpSpPr>
        <p:grpSpPr>
          <a:xfrm>
            <a:off x="8325000" y="534960"/>
            <a:ext cx="103320" cy="615240"/>
            <a:chOff x="8325000" y="534960"/>
            <a:chExt cx="103320" cy="615240"/>
          </a:xfrm>
        </p:grpSpPr>
        <p:sp>
          <p:nvSpPr>
            <p:cNvPr id="76" name="Google Shape;160;p23"/>
            <p:cNvSpPr/>
            <p:nvPr/>
          </p:nvSpPr>
          <p:spPr>
            <a:xfrm>
              <a:off x="8325000" y="534960"/>
              <a:ext cx="103320" cy="103320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80d1fc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36360" bIns="363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7" name="Google Shape;161;p23"/>
            <p:cNvSpPr/>
            <p:nvPr/>
          </p:nvSpPr>
          <p:spPr>
            <a:xfrm>
              <a:off x="8325000" y="790920"/>
              <a:ext cx="103320" cy="103320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80d1fc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36360" bIns="363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8" name="Google Shape;162;p23"/>
            <p:cNvSpPr/>
            <p:nvPr/>
          </p:nvSpPr>
          <p:spPr>
            <a:xfrm>
              <a:off x="8325000" y="1046880"/>
              <a:ext cx="103320" cy="103320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80d1fc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36360" bIns="363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79" name="PlaceHolder 2"/>
          <p:cNvSpPr>
            <a:spLocks noGrp="1"/>
          </p:cNvSpPr>
          <p:nvPr>
            <p:ph type="title"/>
          </p:nvPr>
        </p:nvSpPr>
        <p:spPr>
          <a:xfrm>
            <a:off x="714960" y="2580480"/>
            <a:ext cx="1827000" cy="955800"/>
          </a:xfrm>
          <a:prstGeom prst="rect">
            <a:avLst/>
          </a:prstGeom>
          <a:solidFill>
            <a:schemeClr val="dk1"/>
          </a:solidFill>
          <a:ln w="0">
            <a:noFill/>
          </a:ln>
        </p:spPr>
        <p:txBody>
          <a:bodyPr lIns="91440" rIns="91440" tIns="91440" bIns="91440" anchor="ctr">
            <a:noAutofit/>
          </a:bodyPr>
          <a:p>
            <a:pPr indent="0">
              <a:buNone/>
            </a:pPr>
            <a:r>
              <a:rPr b="0" lang="fr-FR" sz="21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21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80" name="PlaceHolder 3"/>
          <p:cNvSpPr>
            <a:spLocks noGrp="1"/>
          </p:cNvSpPr>
          <p:nvPr>
            <p:ph type="title"/>
          </p:nvPr>
        </p:nvSpPr>
        <p:spPr>
          <a:xfrm>
            <a:off x="2677320" y="2580480"/>
            <a:ext cx="1827000" cy="955800"/>
          </a:xfrm>
          <a:prstGeom prst="rect">
            <a:avLst/>
          </a:prstGeom>
          <a:solidFill>
            <a:schemeClr val="dk1"/>
          </a:solidFill>
          <a:ln w="0">
            <a:noFill/>
          </a:ln>
        </p:spPr>
        <p:txBody>
          <a:bodyPr lIns="91440" rIns="91440" tIns="91440" bIns="91440" anchor="ctr">
            <a:noAutofit/>
          </a:bodyPr>
          <a:p>
            <a:pPr indent="0">
              <a:buNone/>
            </a:pPr>
            <a:r>
              <a:rPr b="0" lang="fr-FR" sz="21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21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81" name="PlaceHolder 4"/>
          <p:cNvSpPr>
            <a:spLocks noGrp="1"/>
          </p:cNvSpPr>
          <p:nvPr>
            <p:ph type="title"/>
          </p:nvPr>
        </p:nvSpPr>
        <p:spPr>
          <a:xfrm>
            <a:off x="4639680" y="2580480"/>
            <a:ext cx="1827000" cy="955800"/>
          </a:xfrm>
          <a:prstGeom prst="rect">
            <a:avLst/>
          </a:prstGeom>
          <a:solidFill>
            <a:schemeClr val="dk1"/>
          </a:solidFill>
          <a:ln w="0">
            <a:noFill/>
          </a:ln>
        </p:spPr>
        <p:txBody>
          <a:bodyPr lIns="91440" rIns="91440" tIns="91440" bIns="91440" anchor="ctr">
            <a:noAutofit/>
          </a:bodyPr>
          <a:p>
            <a:pPr indent="0">
              <a:buNone/>
            </a:pPr>
            <a:r>
              <a:rPr b="0" lang="fr-FR" sz="21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21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82" name="PlaceHolder 5"/>
          <p:cNvSpPr>
            <a:spLocks noGrp="1"/>
          </p:cNvSpPr>
          <p:nvPr>
            <p:ph type="title"/>
          </p:nvPr>
        </p:nvSpPr>
        <p:spPr>
          <a:xfrm>
            <a:off x="6601680" y="2580480"/>
            <a:ext cx="1827000" cy="955800"/>
          </a:xfrm>
          <a:prstGeom prst="rect">
            <a:avLst/>
          </a:prstGeom>
          <a:solidFill>
            <a:schemeClr val="dk1"/>
          </a:solidFill>
          <a:ln w="0">
            <a:noFill/>
          </a:ln>
        </p:spPr>
        <p:txBody>
          <a:bodyPr lIns="91440" rIns="91440" tIns="91440" bIns="91440" anchor="ctr">
            <a:noAutofit/>
          </a:bodyPr>
          <a:p>
            <a:pPr indent="0">
              <a:buNone/>
            </a:pPr>
            <a:r>
              <a:rPr b="0" lang="fr-FR" sz="21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21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cxnSp>
        <p:nvCxnSpPr>
          <p:cNvPr id="83" name="Google Shape;171;p23"/>
          <p:cNvCxnSpPr/>
          <p:nvPr/>
        </p:nvCxnSpPr>
        <p:spPr>
          <a:xfrm flipV="1">
            <a:off x="707040" y="4605120"/>
            <a:ext cx="7724880" cy="6840"/>
          </a:xfrm>
          <a:prstGeom prst="straightConnector1">
            <a:avLst/>
          </a:prstGeom>
          <a:ln w="19050">
            <a:solidFill>
              <a:srgbClr val="191919"/>
            </a:solidFill>
            <a:round/>
          </a:ln>
        </p:spPr>
      </p:cxn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USTOM_5">
    <p:bg>
      <p:bgPr>
        <a:gradFill rotWithShape="0">
          <a:gsLst>
            <a:gs pos="0">
              <a:srgbClr val="ffffff"/>
            </a:gs>
            <a:gs pos="100000">
              <a:srgbClr val="ceeeff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PlaceHolder 1"/>
          <p:cNvSpPr>
            <a:spLocks noGrp="1"/>
          </p:cNvSpPr>
          <p:nvPr>
            <p:ph type="title"/>
          </p:nvPr>
        </p:nvSpPr>
        <p:spPr>
          <a:xfrm>
            <a:off x="1063440" y="534960"/>
            <a:ext cx="7364880" cy="572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 indent="0">
              <a:buNone/>
            </a:pPr>
            <a:r>
              <a:rPr b="0" lang="fr-FR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grpSp>
        <p:nvGrpSpPr>
          <p:cNvPr id="85" name="Google Shape;174;p24"/>
          <p:cNvGrpSpPr/>
          <p:nvPr/>
        </p:nvGrpSpPr>
        <p:grpSpPr>
          <a:xfrm>
            <a:off x="8325000" y="534960"/>
            <a:ext cx="103320" cy="615240"/>
            <a:chOff x="8325000" y="534960"/>
            <a:chExt cx="103320" cy="615240"/>
          </a:xfrm>
        </p:grpSpPr>
        <p:sp>
          <p:nvSpPr>
            <p:cNvPr id="86" name="Google Shape;175;p24"/>
            <p:cNvSpPr/>
            <p:nvPr/>
          </p:nvSpPr>
          <p:spPr>
            <a:xfrm>
              <a:off x="8325000" y="534960"/>
              <a:ext cx="103320" cy="103320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80d1fc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36360" bIns="363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7" name="Google Shape;176;p24"/>
            <p:cNvSpPr/>
            <p:nvPr/>
          </p:nvSpPr>
          <p:spPr>
            <a:xfrm>
              <a:off x="8325000" y="790920"/>
              <a:ext cx="103320" cy="103320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80d1fc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36360" bIns="363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8" name="Google Shape;177;p24"/>
            <p:cNvSpPr/>
            <p:nvPr/>
          </p:nvSpPr>
          <p:spPr>
            <a:xfrm>
              <a:off x="8325000" y="1046880"/>
              <a:ext cx="103320" cy="103320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80d1fc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36360" bIns="363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89" name="PlaceHolder 2"/>
          <p:cNvSpPr>
            <a:spLocks noGrp="1"/>
          </p:cNvSpPr>
          <p:nvPr>
            <p:ph type="title"/>
          </p:nvPr>
        </p:nvSpPr>
        <p:spPr>
          <a:xfrm>
            <a:off x="1019880" y="1379520"/>
            <a:ext cx="1827000" cy="527400"/>
          </a:xfrm>
          <a:prstGeom prst="rect">
            <a:avLst/>
          </a:prstGeom>
          <a:solidFill>
            <a:schemeClr val="dk1"/>
          </a:solidFill>
          <a:ln w="0">
            <a:noFill/>
          </a:ln>
        </p:spPr>
        <p:txBody>
          <a:bodyPr lIns="91440" rIns="91440" tIns="91440" bIns="91440" anchor="ctr">
            <a:noAutofit/>
          </a:bodyPr>
          <a:p>
            <a:pPr indent="0">
              <a:buNone/>
            </a:pPr>
            <a:r>
              <a:rPr b="0" lang="fr-FR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90" name="PlaceHolder 3"/>
          <p:cNvSpPr>
            <a:spLocks noGrp="1"/>
          </p:cNvSpPr>
          <p:nvPr>
            <p:ph type="title"/>
          </p:nvPr>
        </p:nvSpPr>
        <p:spPr>
          <a:xfrm>
            <a:off x="1019880" y="3032280"/>
            <a:ext cx="1827000" cy="527400"/>
          </a:xfrm>
          <a:prstGeom prst="rect">
            <a:avLst/>
          </a:prstGeom>
          <a:solidFill>
            <a:schemeClr val="dk1"/>
          </a:solidFill>
          <a:ln w="0">
            <a:noFill/>
          </a:ln>
        </p:spPr>
        <p:txBody>
          <a:bodyPr lIns="91440" rIns="91440" tIns="91440" bIns="91440" anchor="ctr">
            <a:noAutofit/>
          </a:bodyPr>
          <a:p>
            <a:pPr indent="0">
              <a:buNone/>
            </a:pPr>
            <a:r>
              <a:rPr b="0" lang="fr-FR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91" name="PlaceHolder 4"/>
          <p:cNvSpPr>
            <a:spLocks noGrp="1"/>
          </p:cNvSpPr>
          <p:nvPr>
            <p:ph type="title"/>
          </p:nvPr>
        </p:nvSpPr>
        <p:spPr>
          <a:xfrm>
            <a:off x="6296760" y="3032280"/>
            <a:ext cx="1827000" cy="527400"/>
          </a:xfrm>
          <a:prstGeom prst="rect">
            <a:avLst/>
          </a:prstGeom>
          <a:solidFill>
            <a:schemeClr val="dk1"/>
          </a:solidFill>
          <a:ln w="0">
            <a:noFill/>
          </a:ln>
        </p:spPr>
        <p:txBody>
          <a:bodyPr lIns="91440" rIns="91440" tIns="91440" bIns="91440" anchor="ctr">
            <a:noAutofit/>
          </a:bodyPr>
          <a:p>
            <a:pPr indent="0">
              <a:buNone/>
            </a:pPr>
            <a:r>
              <a:rPr b="0" lang="fr-FR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92" name="PlaceHolder 5"/>
          <p:cNvSpPr>
            <a:spLocks noGrp="1"/>
          </p:cNvSpPr>
          <p:nvPr>
            <p:ph type="title"/>
          </p:nvPr>
        </p:nvSpPr>
        <p:spPr>
          <a:xfrm>
            <a:off x="6296760" y="1379520"/>
            <a:ext cx="1827000" cy="527400"/>
          </a:xfrm>
          <a:prstGeom prst="rect">
            <a:avLst/>
          </a:prstGeom>
          <a:solidFill>
            <a:schemeClr val="dk1"/>
          </a:solidFill>
          <a:ln w="0">
            <a:noFill/>
          </a:ln>
        </p:spPr>
        <p:txBody>
          <a:bodyPr lIns="91440" rIns="91440" tIns="91440" bIns="91440" anchor="ctr">
            <a:noAutofit/>
          </a:bodyPr>
          <a:p>
            <a:pPr indent="0">
              <a:buNone/>
            </a:pPr>
            <a:r>
              <a:rPr b="0" lang="fr-FR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93" name="Google Shape;186;p24"/>
          <p:cNvSpPr/>
          <p:nvPr/>
        </p:nvSpPr>
        <p:spPr>
          <a:xfrm>
            <a:off x="714960" y="660600"/>
            <a:ext cx="348120" cy="263520"/>
          </a:xfrm>
          <a:custGeom>
            <a:avLst/>
            <a:gdLst>
              <a:gd name="textAreaLeft" fmla="*/ 0 w 348120"/>
              <a:gd name="textAreaRight" fmla="*/ 348480 w 348120"/>
              <a:gd name="textAreaTop" fmla="*/ 0 h 263520"/>
              <a:gd name="textAreaBottom" fmla="*/ 263880 h 263520"/>
            </a:gdLst>
            <a:ahLst/>
            <a:cxnLst/>
            <a:rect l="textAreaLeft" t="textAreaTop" r="textAreaRight" b="textAreaBottom"/>
            <a:pathLst>
              <a:path w="2439" h="1848">
                <a:moveTo>
                  <a:pt x="1580" y="1"/>
                </a:moveTo>
                <a:lnTo>
                  <a:pt x="1371" y="203"/>
                </a:lnTo>
                <a:lnTo>
                  <a:pt x="1919" y="780"/>
                </a:lnTo>
                <a:lnTo>
                  <a:pt x="1" y="780"/>
                </a:lnTo>
                <a:lnTo>
                  <a:pt x="1" y="1068"/>
                </a:lnTo>
                <a:lnTo>
                  <a:pt x="1919" y="1068"/>
                </a:lnTo>
                <a:lnTo>
                  <a:pt x="1371" y="1645"/>
                </a:lnTo>
                <a:lnTo>
                  <a:pt x="1580" y="1847"/>
                </a:lnTo>
                <a:lnTo>
                  <a:pt x="2439" y="924"/>
                </a:lnTo>
                <a:lnTo>
                  <a:pt x="1580" y="1"/>
                </a:ln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_1_1_1_1_1_1">
    <p:bg>
      <p:bgPr>
        <a:gradFill rotWithShape="0">
          <a:gsLst>
            <a:gs pos="0">
              <a:srgbClr val="ffffff"/>
            </a:gs>
            <a:gs pos="100000">
              <a:srgbClr val="ceeeff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1284120" y="654480"/>
            <a:ext cx="6575760" cy="780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b="1" lang="fr-FR" sz="5500" strike="noStrike" u="none">
                <a:solidFill>
                  <a:schemeClr val="dk1"/>
                </a:solidFill>
                <a:effectLst/>
                <a:uFillTx/>
                <a:latin typeface="Space Grotesk"/>
                <a:ea typeface="Space Grotesk"/>
              </a:rPr>
              <a:t>xx%</a:t>
            </a:r>
            <a:endParaRPr b="0" lang="fr-FR" sz="55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title"/>
          </p:nvPr>
        </p:nvSpPr>
        <p:spPr>
          <a:xfrm>
            <a:off x="1284120" y="1969920"/>
            <a:ext cx="6575760" cy="780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b="1" lang="fr-FR" sz="5500" strike="noStrike" u="none">
                <a:solidFill>
                  <a:schemeClr val="dk1"/>
                </a:solidFill>
                <a:effectLst/>
                <a:uFillTx/>
                <a:latin typeface="Space Grotesk"/>
                <a:ea typeface="Space Grotesk"/>
              </a:rPr>
              <a:t>xx%</a:t>
            </a:r>
            <a:endParaRPr b="0" lang="fr-FR" sz="55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96" name="PlaceHolder 3"/>
          <p:cNvSpPr>
            <a:spLocks noGrp="1"/>
          </p:cNvSpPr>
          <p:nvPr>
            <p:ph type="title"/>
          </p:nvPr>
        </p:nvSpPr>
        <p:spPr>
          <a:xfrm>
            <a:off x="1284120" y="3288240"/>
            <a:ext cx="6575760" cy="780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b="1" lang="fr-FR" sz="5500" strike="noStrike" u="none">
                <a:solidFill>
                  <a:schemeClr val="dk1"/>
                </a:solidFill>
                <a:effectLst/>
                <a:uFillTx/>
                <a:latin typeface="Space Grotesk"/>
                <a:ea typeface="Space Grotesk"/>
              </a:rPr>
              <a:t>xx%</a:t>
            </a:r>
            <a:endParaRPr b="0" lang="fr-FR" sz="55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grpSp>
        <p:nvGrpSpPr>
          <p:cNvPr id="97" name="Google Shape;194;p25"/>
          <p:cNvGrpSpPr/>
          <p:nvPr/>
        </p:nvGrpSpPr>
        <p:grpSpPr>
          <a:xfrm>
            <a:off x="8325000" y="3971160"/>
            <a:ext cx="103320" cy="615240"/>
            <a:chOff x="8325000" y="3971160"/>
            <a:chExt cx="103320" cy="615240"/>
          </a:xfrm>
        </p:grpSpPr>
        <p:sp>
          <p:nvSpPr>
            <p:cNvPr id="98" name="Google Shape;195;p25"/>
            <p:cNvSpPr/>
            <p:nvPr/>
          </p:nvSpPr>
          <p:spPr>
            <a:xfrm>
              <a:off x="8325000" y="3971160"/>
              <a:ext cx="103320" cy="103320"/>
            </a:xfrm>
            <a:prstGeom prst="ellipse">
              <a:avLst/>
            </a:prstGeom>
            <a:gradFill rotWithShape="0">
              <a:gsLst>
                <a:gs pos="0">
                  <a:srgbClr val="fffefe"/>
                </a:gs>
                <a:gs pos="100000">
                  <a:srgbClr val="e496c2"/>
                </a:gs>
              </a:gsLst>
              <a:path path="circle">
                <a:fillToRect l="50000" t="50000" r="50000" b="50000"/>
              </a:path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36360" bIns="363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9" name="Google Shape;196;p25"/>
            <p:cNvSpPr/>
            <p:nvPr/>
          </p:nvSpPr>
          <p:spPr>
            <a:xfrm>
              <a:off x="8325000" y="4227120"/>
              <a:ext cx="103320" cy="103320"/>
            </a:xfrm>
            <a:prstGeom prst="ellipse">
              <a:avLst/>
            </a:prstGeom>
            <a:gradFill rotWithShape="0">
              <a:gsLst>
                <a:gs pos="0">
                  <a:srgbClr val="fffefe"/>
                </a:gs>
                <a:gs pos="100000">
                  <a:srgbClr val="e496c2"/>
                </a:gs>
              </a:gsLst>
              <a:path path="circle">
                <a:fillToRect l="50000" t="50000" r="50000" b="50000"/>
              </a:path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36360" bIns="363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0" name="Google Shape;197;p25"/>
            <p:cNvSpPr/>
            <p:nvPr/>
          </p:nvSpPr>
          <p:spPr>
            <a:xfrm>
              <a:off x="8325000" y="4483080"/>
              <a:ext cx="103320" cy="103320"/>
            </a:xfrm>
            <a:prstGeom prst="ellipse">
              <a:avLst/>
            </a:prstGeom>
            <a:gradFill rotWithShape="0">
              <a:gsLst>
                <a:gs pos="0">
                  <a:srgbClr val="fffefe"/>
                </a:gs>
                <a:gs pos="100000">
                  <a:srgbClr val="e496c2"/>
                </a:gs>
              </a:gsLst>
              <a:path path="circle">
                <a:fillToRect l="50000" t="50000" r="50000" b="50000"/>
              </a:path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36360" bIns="363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101" name="Google Shape;198;p25"/>
          <p:cNvSpPr/>
          <p:nvPr/>
        </p:nvSpPr>
        <p:spPr>
          <a:xfrm>
            <a:off x="714960" y="534960"/>
            <a:ext cx="720720" cy="720720"/>
          </a:xfrm>
          <a:prstGeom prst="star8">
            <a:avLst>
              <a:gd name="adj" fmla="val 12365"/>
            </a:avLst>
          </a:prstGeom>
          <a:gradFill rotWithShape="0">
            <a:gsLst>
              <a:gs pos="0">
                <a:srgbClr val="ffffff"/>
              </a:gs>
              <a:gs pos="100000">
                <a:srgbClr val="80d1fc"/>
              </a:gs>
            </a:gsLst>
            <a:lin ang="54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82440" bIns="82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_1_1_1_1_1_1_2">
    <p:bg>
      <p:bgPr>
        <a:gradFill rotWithShape="0">
          <a:gsLst>
            <a:gs pos="0">
              <a:srgbClr val="ffffff"/>
            </a:gs>
            <a:gs pos="100000">
              <a:srgbClr val="ceeeff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 rot="21598800">
            <a:off x="714960" y="751680"/>
            <a:ext cx="4283280" cy="99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p>
            <a:pPr indent="0">
              <a:buNone/>
            </a:pPr>
            <a:r>
              <a:rPr b="0" lang="fr-FR" sz="52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52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cxnSp>
        <p:nvCxnSpPr>
          <p:cNvPr id="103" name="Google Shape;202;p26"/>
          <p:cNvCxnSpPr/>
          <p:nvPr/>
        </p:nvCxnSpPr>
        <p:spPr>
          <a:xfrm flipV="1">
            <a:off x="707040" y="4605120"/>
            <a:ext cx="7724880" cy="6840"/>
          </a:xfrm>
          <a:prstGeom prst="straightConnector1">
            <a:avLst/>
          </a:prstGeom>
          <a:ln w="19050">
            <a:solidFill>
              <a:srgbClr val="191919"/>
            </a:solidFill>
            <a:round/>
          </a:ln>
        </p:spPr>
      </p:cxnSp>
      <p:sp>
        <p:nvSpPr>
          <p:cNvPr id="104" name="Google Shape;203;p26"/>
          <p:cNvSpPr/>
          <p:nvPr/>
        </p:nvSpPr>
        <p:spPr>
          <a:xfrm>
            <a:off x="714960" y="3456360"/>
            <a:ext cx="4959360" cy="55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 defTabSz="914400">
              <a:lnSpc>
                <a:spcPct val="100000"/>
              </a:lnSpc>
              <a:spcBef>
                <a:spcPts val="300"/>
              </a:spcBef>
              <a:tabLst>
                <a:tab algn="l" pos="0"/>
              </a:tabLst>
            </a:pPr>
            <a:r>
              <a:rPr b="0" lang="en" sz="1200" strike="noStrike" u="none">
                <a:solidFill>
                  <a:schemeClr val="dk1"/>
                </a:solidFill>
                <a:effectLst/>
                <a:uFillTx/>
                <a:latin typeface="Open Sans"/>
                <a:ea typeface="Open Sans"/>
              </a:rPr>
              <a:t>CREDITS: This presentation template was created by </a:t>
            </a:r>
            <a:r>
              <a:rPr b="0" lang="en" sz="1200" strike="noStrike" u="sng">
                <a:solidFill>
                  <a:schemeClr val="dk1"/>
                </a:solidFill>
                <a:effectLst/>
                <a:uFillTx/>
                <a:latin typeface="Open Sans"/>
                <a:ea typeface="Open Sans"/>
                <a:hlinkClick r:id="rId2"/>
              </a:rPr>
              <a:t>Slidesgo</a:t>
            </a:r>
            <a:r>
              <a:rPr b="0" lang="en" sz="1200" strike="noStrike" u="none">
                <a:solidFill>
                  <a:schemeClr val="dk1"/>
                </a:solidFill>
                <a:effectLst/>
                <a:uFillTx/>
                <a:latin typeface="Open Sans"/>
                <a:ea typeface="Open Sans"/>
              </a:rPr>
              <a:t>, including icons, infographics &amp; images by </a:t>
            </a:r>
            <a:r>
              <a:rPr b="0" lang="en" sz="1200" strike="noStrike" u="sng">
                <a:solidFill>
                  <a:schemeClr val="dk1"/>
                </a:solidFill>
                <a:effectLst/>
                <a:uFillTx/>
                <a:latin typeface="Open Sans"/>
                <a:ea typeface="Open Sans"/>
                <a:hlinkClick r:id="rId3"/>
              </a:rPr>
              <a:t>Freepik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_1_1_1_1_1_1_1">
    <p:bg>
      <p:bgPr>
        <a:gradFill rotWithShape="0">
          <a:gsLst>
            <a:gs pos="0">
              <a:srgbClr val="ffffff"/>
            </a:gs>
            <a:gs pos="100000">
              <a:srgbClr val="ceeeff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_1_1_1_1_1_1_1_1">
    <p:bg>
      <p:bgPr>
        <a:gradFill rotWithShape="0">
          <a:gsLst>
            <a:gs pos="0">
              <a:srgbClr val="ffffff"/>
            </a:gs>
            <a:gs pos="100000">
              <a:srgbClr val="ceeeff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5" name="Google Shape;206;p28"/>
          <p:cNvGrpSpPr/>
          <p:nvPr/>
        </p:nvGrpSpPr>
        <p:grpSpPr>
          <a:xfrm>
            <a:off x="8325000" y="534960"/>
            <a:ext cx="103320" cy="615240"/>
            <a:chOff x="8325000" y="534960"/>
            <a:chExt cx="103320" cy="615240"/>
          </a:xfrm>
        </p:grpSpPr>
        <p:sp>
          <p:nvSpPr>
            <p:cNvPr id="106" name="Google Shape;207;p28"/>
            <p:cNvSpPr/>
            <p:nvPr/>
          </p:nvSpPr>
          <p:spPr>
            <a:xfrm>
              <a:off x="8325000" y="534960"/>
              <a:ext cx="103320" cy="103320"/>
            </a:xfrm>
            <a:prstGeom prst="ellipse">
              <a:avLst/>
            </a:prstGeom>
            <a:gradFill rotWithShape="0">
              <a:gsLst>
                <a:gs pos="0">
                  <a:srgbClr val="fffefe"/>
                </a:gs>
                <a:gs pos="100000">
                  <a:srgbClr val="e496c2"/>
                </a:gs>
              </a:gsLst>
              <a:path path="circle">
                <a:fillToRect l="50000" t="50000" r="50000" b="50000"/>
              </a:path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36360" bIns="363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7" name="Google Shape;208;p28"/>
            <p:cNvSpPr/>
            <p:nvPr/>
          </p:nvSpPr>
          <p:spPr>
            <a:xfrm>
              <a:off x="8325000" y="790920"/>
              <a:ext cx="103320" cy="103320"/>
            </a:xfrm>
            <a:prstGeom prst="ellipse">
              <a:avLst/>
            </a:prstGeom>
            <a:gradFill rotWithShape="0">
              <a:gsLst>
                <a:gs pos="0">
                  <a:srgbClr val="fffefe"/>
                </a:gs>
                <a:gs pos="100000">
                  <a:srgbClr val="e496c2"/>
                </a:gs>
              </a:gsLst>
              <a:path path="circle">
                <a:fillToRect l="50000" t="50000" r="50000" b="50000"/>
              </a:path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36360" bIns="363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8" name="Google Shape;209;p28"/>
            <p:cNvSpPr/>
            <p:nvPr/>
          </p:nvSpPr>
          <p:spPr>
            <a:xfrm>
              <a:off x="8325000" y="1046880"/>
              <a:ext cx="103320" cy="103320"/>
            </a:xfrm>
            <a:prstGeom prst="ellipse">
              <a:avLst/>
            </a:prstGeom>
            <a:gradFill rotWithShape="0">
              <a:gsLst>
                <a:gs pos="0">
                  <a:srgbClr val="fffefe"/>
                </a:gs>
                <a:gs pos="100000">
                  <a:srgbClr val="e496c2"/>
                </a:gs>
              </a:gsLst>
              <a:path path="circle">
                <a:fillToRect l="50000" t="50000" r="50000" b="50000"/>
              </a:path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36360" bIns="363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_1_1_1_1_1_1_1_1_1">
    <p:bg>
      <p:bgPr>
        <a:gradFill rotWithShape="0">
          <a:gsLst>
            <a:gs pos="0">
              <a:srgbClr val="ffffff"/>
            </a:gs>
            <a:gs pos="100000">
              <a:srgbClr val="ceeeff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211;p29"/>
          <p:cNvSpPr/>
          <p:nvPr/>
        </p:nvSpPr>
        <p:spPr>
          <a:xfrm>
            <a:off x="7935480" y="534960"/>
            <a:ext cx="493560" cy="493560"/>
          </a:xfrm>
          <a:prstGeom prst="star8">
            <a:avLst>
              <a:gd name="adj" fmla="val 12365"/>
            </a:avLst>
          </a:prstGeom>
          <a:gradFill rotWithShape="0">
            <a:gsLst>
              <a:gs pos="0">
                <a:srgbClr val="ffffff"/>
              </a:gs>
              <a:gs pos="100000">
                <a:srgbClr val="ea8eed"/>
              </a:gs>
            </a:gsLst>
            <a:lin ang="54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56160" bIns="5616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_AND_BODY">
    <p:bg>
      <p:bgPr>
        <a:gradFill rotWithShape="0">
          <a:gsLst>
            <a:gs pos="0">
              <a:srgbClr val="ffffff"/>
            </a:gs>
            <a:gs pos="100000">
              <a:srgbClr val="ceeeff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PlaceHolder 1"/>
          <p:cNvSpPr>
            <a:spLocks noGrp="1"/>
          </p:cNvSpPr>
          <p:nvPr>
            <p:ph type="body"/>
          </p:nvPr>
        </p:nvSpPr>
        <p:spPr>
          <a:xfrm>
            <a:off x="720000" y="1152360"/>
            <a:ext cx="7354080" cy="3455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fr-F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fr-F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fr-F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fr-F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fr-F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fr-F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fr-F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PlaceHolder 2"/>
          <p:cNvSpPr>
            <a:spLocks noGrp="1"/>
          </p:cNvSpPr>
          <p:nvPr>
            <p:ph type="title"/>
          </p:nvPr>
        </p:nvSpPr>
        <p:spPr>
          <a:xfrm>
            <a:off x="1074600" y="534960"/>
            <a:ext cx="7354080" cy="572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 indent="0">
              <a:buNone/>
            </a:pPr>
            <a:r>
              <a:rPr b="0" lang="fr-FR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_AND_TWO_COLUMNS">
    <p:bg>
      <p:bgPr>
        <a:gradFill rotWithShape="0">
          <a:gsLst>
            <a:gs pos="0">
              <a:srgbClr val="ffffff"/>
            </a:gs>
            <a:gs pos="100000">
              <a:srgbClr val="ceeeff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2" name="Google Shape;28;p5"/>
          <p:cNvCxnSpPr/>
          <p:nvPr/>
        </p:nvCxnSpPr>
        <p:spPr>
          <a:xfrm flipV="1">
            <a:off x="707040" y="4605120"/>
            <a:ext cx="7724880" cy="6840"/>
          </a:xfrm>
          <a:prstGeom prst="straightConnector1">
            <a:avLst/>
          </a:prstGeom>
          <a:ln w="19050">
            <a:solidFill>
              <a:srgbClr val="191919"/>
            </a:solidFill>
            <a:round/>
          </a:ln>
        </p:spPr>
      </p:cxnSp>
      <p:grpSp>
        <p:nvGrpSpPr>
          <p:cNvPr id="113" name="Google Shape;29;p5"/>
          <p:cNvGrpSpPr/>
          <p:nvPr/>
        </p:nvGrpSpPr>
        <p:grpSpPr>
          <a:xfrm>
            <a:off x="8327880" y="534960"/>
            <a:ext cx="103320" cy="615240"/>
            <a:chOff x="8327880" y="534960"/>
            <a:chExt cx="103320" cy="615240"/>
          </a:xfrm>
        </p:grpSpPr>
        <p:sp>
          <p:nvSpPr>
            <p:cNvPr id="114" name="Google Shape;30;p5"/>
            <p:cNvSpPr/>
            <p:nvPr/>
          </p:nvSpPr>
          <p:spPr>
            <a:xfrm>
              <a:off x="8327880" y="534960"/>
              <a:ext cx="103320" cy="103320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80d1fc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36360" bIns="363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5" name="Google Shape;31;p5"/>
            <p:cNvSpPr/>
            <p:nvPr/>
          </p:nvSpPr>
          <p:spPr>
            <a:xfrm>
              <a:off x="8327880" y="790920"/>
              <a:ext cx="103320" cy="103320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80d1fc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36360" bIns="363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6" name="Google Shape;32;p5"/>
            <p:cNvSpPr/>
            <p:nvPr/>
          </p:nvSpPr>
          <p:spPr>
            <a:xfrm>
              <a:off x="8327880" y="1046880"/>
              <a:ext cx="103320" cy="103320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80d1fc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36360" bIns="363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117" name="PlaceHolder 1"/>
          <p:cNvSpPr>
            <a:spLocks noGrp="1"/>
          </p:cNvSpPr>
          <p:nvPr>
            <p:ph type="title"/>
          </p:nvPr>
        </p:nvSpPr>
        <p:spPr>
          <a:xfrm>
            <a:off x="1063440" y="534960"/>
            <a:ext cx="7364880" cy="572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 indent="0">
              <a:buNone/>
            </a:pPr>
            <a:r>
              <a:rPr b="0" lang="fr-FR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_ONLY">
    <p:bg>
      <p:bgPr>
        <a:gradFill rotWithShape="0">
          <a:gsLst>
            <a:gs pos="0">
              <a:srgbClr val="ffffff"/>
            </a:gs>
            <a:gs pos="100000">
              <a:srgbClr val="ceeeff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37;p6"/>
          <p:cNvSpPr/>
          <p:nvPr/>
        </p:nvSpPr>
        <p:spPr>
          <a:xfrm>
            <a:off x="714960" y="660600"/>
            <a:ext cx="348120" cy="263520"/>
          </a:xfrm>
          <a:custGeom>
            <a:avLst/>
            <a:gdLst>
              <a:gd name="textAreaLeft" fmla="*/ 0 w 348120"/>
              <a:gd name="textAreaRight" fmla="*/ 348480 w 348120"/>
              <a:gd name="textAreaTop" fmla="*/ 0 h 263520"/>
              <a:gd name="textAreaBottom" fmla="*/ 263880 h 263520"/>
            </a:gdLst>
            <a:ahLst/>
            <a:cxnLst/>
            <a:rect l="textAreaLeft" t="textAreaTop" r="textAreaRight" b="textAreaBottom"/>
            <a:pathLst>
              <a:path w="2439" h="1848">
                <a:moveTo>
                  <a:pt x="1580" y="1"/>
                </a:moveTo>
                <a:lnTo>
                  <a:pt x="1371" y="203"/>
                </a:lnTo>
                <a:lnTo>
                  <a:pt x="1919" y="780"/>
                </a:lnTo>
                <a:lnTo>
                  <a:pt x="1" y="780"/>
                </a:lnTo>
                <a:lnTo>
                  <a:pt x="1" y="1068"/>
                </a:lnTo>
                <a:lnTo>
                  <a:pt x="1919" y="1068"/>
                </a:lnTo>
                <a:lnTo>
                  <a:pt x="1371" y="1645"/>
                </a:lnTo>
                <a:lnTo>
                  <a:pt x="1580" y="1847"/>
                </a:lnTo>
                <a:lnTo>
                  <a:pt x="2439" y="924"/>
                </a:lnTo>
                <a:lnTo>
                  <a:pt x="1580" y="1"/>
                </a:ln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grpSp>
        <p:nvGrpSpPr>
          <p:cNvPr id="119" name="Google Shape;38;p6"/>
          <p:cNvGrpSpPr/>
          <p:nvPr/>
        </p:nvGrpSpPr>
        <p:grpSpPr>
          <a:xfrm>
            <a:off x="8327880" y="534960"/>
            <a:ext cx="103320" cy="615240"/>
            <a:chOff x="8327880" y="534960"/>
            <a:chExt cx="103320" cy="615240"/>
          </a:xfrm>
        </p:grpSpPr>
        <p:sp>
          <p:nvSpPr>
            <p:cNvPr id="120" name="Google Shape;39;p6"/>
            <p:cNvSpPr/>
            <p:nvPr/>
          </p:nvSpPr>
          <p:spPr>
            <a:xfrm>
              <a:off x="8327880" y="534960"/>
              <a:ext cx="103320" cy="103320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80d1fc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36360" bIns="363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1" name="Google Shape;40;p6"/>
            <p:cNvSpPr/>
            <p:nvPr/>
          </p:nvSpPr>
          <p:spPr>
            <a:xfrm>
              <a:off x="8327880" y="790920"/>
              <a:ext cx="103320" cy="103320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80d1fc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36360" bIns="363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2" name="Google Shape;41;p6"/>
            <p:cNvSpPr/>
            <p:nvPr/>
          </p:nvSpPr>
          <p:spPr>
            <a:xfrm>
              <a:off x="8327880" y="1046880"/>
              <a:ext cx="103320" cy="103320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80d1fc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36360" bIns="363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123" name="PlaceHolder 1"/>
          <p:cNvSpPr>
            <a:spLocks noGrp="1"/>
          </p:cNvSpPr>
          <p:nvPr>
            <p:ph type="title"/>
          </p:nvPr>
        </p:nvSpPr>
        <p:spPr>
          <a:xfrm>
            <a:off x="1063440" y="534960"/>
            <a:ext cx="7364880" cy="572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 indent="0">
              <a:buNone/>
            </a:pPr>
            <a:r>
              <a:rPr b="0" lang="fr-FR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ONE_COLUMN_TEXT">
    <p:bg>
      <p:bgPr>
        <a:gradFill rotWithShape="0">
          <a:gsLst>
            <a:gs pos="0">
              <a:srgbClr val="ffffff"/>
            </a:gs>
            <a:gs pos="100000">
              <a:srgbClr val="ceeeff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4" name="Google Shape;44;p7"/>
          <p:cNvCxnSpPr/>
          <p:nvPr/>
        </p:nvCxnSpPr>
        <p:spPr>
          <a:xfrm flipV="1">
            <a:off x="707040" y="4605120"/>
            <a:ext cx="7724880" cy="6840"/>
          </a:xfrm>
          <a:prstGeom prst="straightConnector1">
            <a:avLst/>
          </a:prstGeom>
          <a:ln w="19050">
            <a:solidFill>
              <a:srgbClr val="191919"/>
            </a:solidFill>
            <a:round/>
          </a:ln>
        </p:spPr>
      </p:cxnSp>
      <p:sp>
        <p:nvSpPr>
          <p:cNvPr id="125" name="PlaceHolder 1"/>
          <p:cNvSpPr>
            <a:spLocks noGrp="1"/>
          </p:cNvSpPr>
          <p:nvPr>
            <p:ph type="body"/>
          </p:nvPr>
        </p:nvSpPr>
        <p:spPr>
          <a:xfrm>
            <a:off x="1904040" y="1517760"/>
            <a:ext cx="5335560" cy="2531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" name="PlaceHolder 2"/>
          <p:cNvSpPr>
            <a:spLocks noGrp="1"/>
          </p:cNvSpPr>
          <p:nvPr>
            <p:ph type="title"/>
          </p:nvPr>
        </p:nvSpPr>
        <p:spPr>
          <a:xfrm>
            <a:off x="1063440" y="534960"/>
            <a:ext cx="7365240" cy="572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 indent="0">
              <a:buNone/>
            </a:pPr>
            <a:r>
              <a:rPr b="0" lang="fr-FR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27" name="Google Shape;47;p7"/>
          <p:cNvSpPr/>
          <p:nvPr/>
        </p:nvSpPr>
        <p:spPr>
          <a:xfrm>
            <a:off x="714960" y="660600"/>
            <a:ext cx="348120" cy="263520"/>
          </a:xfrm>
          <a:custGeom>
            <a:avLst/>
            <a:gdLst>
              <a:gd name="textAreaLeft" fmla="*/ 0 w 348120"/>
              <a:gd name="textAreaRight" fmla="*/ 348480 w 348120"/>
              <a:gd name="textAreaTop" fmla="*/ 0 h 263520"/>
              <a:gd name="textAreaBottom" fmla="*/ 263880 h 263520"/>
            </a:gdLst>
            <a:ahLst/>
            <a:cxnLst/>
            <a:rect l="textAreaLeft" t="textAreaTop" r="textAreaRight" b="textAreaBottom"/>
            <a:pathLst>
              <a:path w="2439" h="1848">
                <a:moveTo>
                  <a:pt x="1580" y="1"/>
                </a:moveTo>
                <a:lnTo>
                  <a:pt x="1371" y="203"/>
                </a:lnTo>
                <a:lnTo>
                  <a:pt x="1919" y="780"/>
                </a:lnTo>
                <a:lnTo>
                  <a:pt x="1" y="780"/>
                </a:lnTo>
                <a:lnTo>
                  <a:pt x="1" y="1068"/>
                </a:lnTo>
                <a:lnTo>
                  <a:pt x="1919" y="1068"/>
                </a:lnTo>
                <a:lnTo>
                  <a:pt x="1371" y="1645"/>
                </a:lnTo>
                <a:lnTo>
                  <a:pt x="1580" y="1847"/>
                </a:lnTo>
                <a:lnTo>
                  <a:pt x="2439" y="924"/>
                </a:lnTo>
                <a:lnTo>
                  <a:pt x="1580" y="1"/>
                </a:ln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grpSp>
        <p:nvGrpSpPr>
          <p:cNvPr id="128" name="Google Shape;48;p7"/>
          <p:cNvGrpSpPr/>
          <p:nvPr/>
        </p:nvGrpSpPr>
        <p:grpSpPr>
          <a:xfrm>
            <a:off x="8327880" y="534960"/>
            <a:ext cx="103320" cy="615240"/>
            <a:chOff x="8327880" y="534960"/>
            <a:chExt cx="103320" cy="615240"/>
          </a:xfrm>
        </p:grpSpPr>
        <p:sp>
          <p:nvSpPr>
            <p:cNvPr id="129" name="Google Shape;49;p7"/>
            <p:cNvSpPr/>
            <p:nvPr/>
          </p:nvSpPr>
          <p:spPr>
            <a:xfrm>
              <a:off x="8327880" y="534960"/>
              <a:ext cx="103320" cy="103320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80d1fc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36360" bIns="363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0" name="Google Shape;50;p7"/>
            <p:cNvSpPr/>
            <p:nvPr/>
          </p:nvSpPr>
          <p:spPr>
            <a:xfrm>
              <a:off x="8327880" y="790920"/>
              <a:ext cx="103320" cy="103320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80d1fc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36360" bIns="363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1" name="Google Shape;51;p7"/>
            <p:cNvSpPr/>
            <p:nvPr/>
          </p:nvSpPr>
          <p:spPr>
            <a:xfrm>
              <a:off x="8327880" y="1046880"/>
              <a:ext cx="103320" cy="103320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80d1fc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36360" bIns="363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</p:spTree>
  </p:cSld>
</p:sldLayout>
</file>

<file path=ppt/slideLayouts/slideLayout2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MAIN_POINT">
    <p:bg>
      <p:bgPr>
        <a:solidFill>
          <a:schemeClr val="dk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PlaceHolder 1"/>
          <p:cNvSpPr>
            <a:spLocks noGrp="1"/>
          </p:cNvSpPr>
          <p:nvPr>
            <p:ph type="title"/>
          </p:nvPr>
        </p:nvSpPr>
        <p:spPr>
          <a:xfrm>
            <a:off x="1974600" y="1245600"/>
            <a:ext cx="5194080" cy="2529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p>
            <a:pPr indent="0">
              <a:buNone/>
            </a:pPr>
            <a:r>
              <a:rPr b="0" lang="fr-FR" sz="6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6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grpSp>
        <p:nvGrpSpPr>
          <p:cNvPr id="133" name="Google Shape;54;p8"/>
          <p:cNvGrpSpPr/>
          <p:nvPr/>
        </p:nvGrpSpPr>
        <p:grpSpPr>
          <a:xfrm>
            <a:off x="714960" y="534960"/>
            <a:ext cx="103320" cy="615240"/>
            <a:chOff x="714960" y="534960"/>
            <a:chExt cx="103320" cy="615240"/>
          </a:xfrm>
        </p:grpSpPr>
        <p:sp>
          <p:nvSpPr>
            <p:cNvPr id="134" name="Google Shape;55;p8"/>
            <p:cNvSpPr/>
            <p:nvPr/>
          </p:nvSpPr>
          <p:spPr>
            <a:xfrm>
              <a:off x="714960" y="534960"/>
              <a:ext cx="103320" cy="103320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80d1fc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36360" bIns="363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5" name="Google Shape;56;p8"/>
            <p:cNvSpPr/>
            <p:nvPr/>
          </p:nvSpPr>
          <p:spPr>
            <a:xfrm>
              <a:off x="714960" y="790920"/>
              <a:ext cx="103320" cy="103320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80d1fc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36360" bIns="363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6" name="Google Shape;57;p8"/>
            <p:cNvSpPr/>
            <p:nvPr/>
          </p:nvSpPr>
          <p:spPr>
            <a:xfrm>
              <a:off x="714960" y="1046880"/>
              <a:ext cx="103320" cy="103320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80d1fc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36360" bIns="363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cxnSp>
        <p:nvCxnSpPr>
          <p:cNvPr id="137" name="Google Shape;58;p8"/>
          <p:cNvCxnSpPr/>
          <p:nvPr/>
        </p:nvCxnSpPr>
        <p:spPr>
          <a:xfrm flipV="1">
            <a:off x="707040" y="4605120"/>
            <a:ext cx="7724880" cy="6840"/>
          </a:xfrm>
          <a:prstGeom prst="straightConnector1">
            <a:avLst/>
          </a:prstGeom>
          <a:ln w="19050">
            <a:solidFill>
              <a:srgbClr val="ffffff"/>
            </a:solidFill>
            <a:round/>
          </a:ln>
        </p:spPr>
      </p:cxnSp>
    </p:spTree>
  </p:cSld>
</p:sldLayout>
</file>

<file path=ppt/slideLayouts/slideLayout2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_TITLE_AND_DESCRIPTION">
    <p:bg>
      <p:bgPr>
        <a:solidFill>
          <a:schemeClr val="dk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PlaceHolder 1"/>
          <p:cNvSpPr>
            <a:spLocks noGrp="1"/>
          </p:cNvSpPr>
          <p:nvPr>
            <p:ph type="title"/>
          </p:nvPr>
        </p:nvSpPr>
        <p:spPr>
          <a:xfrm>
            <a:off x="3920040" y="1716840"/>
            <a:ext cx="3963600" cy="567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 indent="0">
              <a:buNone/>
            </a:pPr>
            <a:r>
              <a:rPr b="0" lang="fr-FR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cxnSp>
        <p:nvCxnSpPr>
          <p:cNvPr id="139" name="Google Shape;62;p9"/>
          <p:cNvCxnSpPr/>
          <p:nvPr/>
        </p:nvCxnSpPr>
        <p:spPr>
          <a:xfrm flipV="1">
            <a:off x="707040" y="531360"/>
            <a:ext cx="7724880" cy="7200"/>
          </a:xfrm>
          <a:prstGeom prst="straightConnector1">
            <a:avLst/>
          </a:prstGeom>
          <a:ln w="19050">
            <a:solidFill>
              <a:srgbClr val="ceeeff"/>
            </a:solidFill>
            <a:round/>
          </a:ln>
        </p:spPr>
      </p:cxnSp>
      <p:grpSp>
        <p:nvGrpSpPr>
          <p:cNvPr id="140" name="Google Shape;63;p9"/>
          <p:cNvGrpSpPr/>
          <p:nvPr/>
        </p:nvGrpSpPr>
        <p:grpSpPr>
          <a:xfrm>
            <a:off x="714960" y="817560"/>
            <a:ext cx="103320" cy="615600"/>
            <a:chOff x="714960" y="817560"/>
            <a:chExt cx="103320" cy="615600"/>
          </a:xfrm>
        </p:grpSpPr>
        <p:sp>
          <p:nvSpPr>
            <p:cNvPr id="141" name="Google Shape;64;p9"/>
            <p:cNvSpPr/>
            <p:nvPr/>
          </p:nvSpPr>
          <p:spPr>
            <a:xfrm>
              <a:off x="714960" y="817560"/>
              <a:ext cx="103320" cy="103320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80d1fc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36360" bIns="363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2" name="Google Shape;65;p9"/>
            <p:cNvSpPr/>
            <p:nvPr/>
          </p:nvSpPr>
          <p:spPr>
            <a:xfrm>
              <a:off x="714960" y="1073520"/>
              <a:ext cx="103320" cy="103320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80d1fc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36360" bIns="363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3" name="Google Shape;66;p9"/>
            <p:cNvSpPr/>
            <p:nvPr/>
          </p:nvSpPr>
          <p:spPr>
            <a:xfrm>
              <a:off x="714960" y="1329840"/>
              <a:ext cx="103320" cy="103320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80d1fc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36360" bIns="363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cxnSp>
        <p:nvCxnSpPr>
          <p:cNvPr id="144" name="Google Shape;67;p9"/>
          <p:cNvCxnSpPr/>
          <p:nvPr/>
        </p:nvCxnSpPr>
        <p:spPr>
          <a:xfrm flipV="1">
            <a:off x="707040" y="4605120"/>
            <a:ext cx="7724880" cy="6840"/>
          </a:xfrm>
          <a:prstGeom prst="straightConnector1">
            <a:avLst/>
          </a:prstGeom>
          <a:ln w="19050">
            <a:solidFill>
              <a:srgbClr val="ceeeff"/>
            </a:solidFill>
            <a:round/>
          </a:ln>
        </p:spPr>
      </p:cxnSp>
    </p:spTree>
  </p:cSld>
</p:sldLayout>
</file>

<file path=ppt/slideLayouts/slideLayout2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APTION_ONLY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PlaceHolder 1"/>
          <p:cNvSpPr>
            <a:spLocks noGrp="1"/>
          </p:cNvSpPr>
          <p:nvPr>
            <p:ph type="title"/>
          </p:nvPr>
        </p:nvSpPr>
        <p:spPr>
          <a:xfrm>
            <a:off x="720000" y="3710520"/>
            <a:ext cx="3440520" cy="81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p>
            <a:pPr indent="0">
              <a:buNone/>
            </a:pPr>
            <a:r>
              <a:rPr b="0" lang="fr-FR" sz="24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24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cxnSp>
        <p:nvCxnSpPr>
          <p:cNvPr id="146" name="Google Shape;70;p10"/>
          <p:cNvCxnSpPr/>
          <p:nvPr/>
        </p:nvCxnSpPr>
        <p:spPr>
          <a:xfrm flipV="1">
            <a:off x="707040" y="4605120"/>
            <a:ext cx="7724880" cy="6840"/>
          </a:xfrm>
          <a:prstGeom prst="straightConnector1">
            <a:avLst/>
          </a:prstGeom>
          <a:ln w="19050">
            <a:solidFill>
              <a:srgbClr val="ffffff"/>
            </a:solidFill>
            <a:round/>
          </a:ln>
        </p:spPr>
      </p:cxnSp>
      <p:sp>
        <p:nvSpPr>
          <p:cNvPr id="147" name="Google Shape;71;p10"/>
          <p:cNvSpPr/>
          <p:nvPr/>
        </p:nvSpPr>
        <p:spPr>
          <a:xfrm>
            <a:off x="7707600" y="736920"/>
            <a:ext cx="720720" cy="720720"/>
          </a:xfrm>
          <a:prstGeom prst="star8">
            <a:avLst>
              <a:gd name="adj" fmla="val 12365"/>
            </a:avLst>
          </a:prstGeom>
          <a:gradFill rotWithShape="0">
            <a:gsLst>
              <a:gs pos="0">
                <a:srgbClr val="ffffff"/>
              </a:gs>
              <a:gs pos="100000">
                <a:srgbClr val="80d1fc"/>
              </a:gs>
            </a:gsLst>
            <a:lin ang="54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82440" bIns="82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grpSp>
        <p:nvGrpSpPr>
          <p:cNvPr id="148" name="Google Shape;72;p10"/>
          <p:cNvGrpSpPr/>
          <p:nvPr/>
        </p:nvGrpSpPr>
        <p:grpSpPr>
          <a:xfrm>
            <a:off x="720000" y="736920"/>
            <a:ext cx="103320" cy="615240"/>
            <a:chOff x="720000" y="736920"/>
            <a:chExt cx="103320" cy="615240"/>
          </a:xfrm>
        </p:grpSpPr>
        <p:sp>
          <p:nvSpPr>
            <p:cNvPr id="149" name="Google Shape;73;p10"/>
            <p:cNvSpPr/>
            <p:nvPr/>
          </p:nvSpPr>
          <p:spPr>
            <a:xfrm>
              <a:off x="720000" y="736920"/>
              <a:ext cx="103320" cy="103320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80d1fc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36360" bIns="363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0" name="Google Shape;74;p10"/>
            <p:cNvSpPr/>
            <p:nvPr/>
          </p:nvSpPr>
          <p:spPr>
            <a:xfrm>
              <a:off x="720000" y="992880"/>
              <a:ext cx="103320" cy="103320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80d1fc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36360" bIns="363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1" name="Google Shape;75;p10"/>
            <p:cNvSpPr/>
            <p:nvPr/>
          </p:nvSpPr>
          <p:spPr>
            <a:xfrm>
              <a:off x="720000" y="1248840"/>
              <a:ext cx="103320" cy="103320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80d1fc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36360" bIns="363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</p:spTree>
  </p:cSld>
</p:sldLayout>
</file>

<file path=ppt/slideLayouts/slideLayout2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imple-light-2">
    <p:bg>
      <p:bgPr>
        <a:solidFill>
          <a:schemeClr val="dk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3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bg>
      <p:bgPr>
        <a:solidFill>
          <a:schemeClr val="dk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217;p32"/>
          <p:cNvSpPr/>
          <p:nvPr/>
        </p:nvSpPr>
        <p:spPr>
          <a:xfrm>
            <a:off x="0" y="-10440"/>
            <a:ext cx="9143640" cy="1180440"/>
          </a:xfrm>
          <a:prstGeom prst="rect">
            <a:avLst/>
          </a:prstGeom>
          <a:solidFill>
            <a:schemeClr val="accen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53" name="PlaceHolder 1"/>
          <p:cNvSpPr>
            <a:spLocks noGrp="1"/>
          </p:cNvSpPr>
          <p:nvPr>
            <p:ph type="title"/>
          </p:nvPr>
        </p:nvSpPr>
        <p:spPr>
          <a:xfrm>
            <a:off x="713160" y="539640"/>
            <a:ext cx="7717320" cy="482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buNone/>
            </a:pPr>
            <a:r>
              <a:rPr b="0" lang="fr-FR" sz="22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22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3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1">
    <p:bg>
      <p:bgPr>
        <a:solidFill>
          <a:schemeClr val="dk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220;p33"/>
          <p:cNvSpPr/>
          <p:nvPr/>
        </p:nvSpPr>
        <p:spPr>
          <a:xfrm>
            <a:off x="0" y="-10440"/>
            <a:ext cx="9143640" cy="1180440"/>
          </a:xfrm>
          <a:prstGeom prst="rect">
            <a:avLst/>
          </a:prstGeom>
          <a:solidFill>
            <a:schemeClr val="accen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55" name="PlaceHolder 1"/>
          <p:cNvSpPr>
            <a:spLocks noGrp="1"/>
          </p:cNvSpPr>
          <p:nvPr>
            <p:ph type="title"/>
          </p:nvPr>
        </p:nvSpPr>
        <p:spPr>
          <a:xfrm>
            <a:off x="728640" y="539640"/>
            <a:ext cx="3347280" cy="482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buNone/>
            </a:pPr>
            <a:r>
              <a:rPr b="0" lang="fr-FR" sz="22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22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56" name="PlaceHolder 2"/>
          <p:cNvSpPr>
            <a:spLocks noGrp="1"/>
          </p:cNvSpPr>
          <p:nvPr>
            <p:ph type="title"/>
          </p:nvPr>
        </p:nvSpPr>
        <p:spPr>
          <a:xfrm>
            <a:off x="4977720" y="539640"/>
            <a:ext cx="3458160" cy="482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buNone/>
            </a:pPr>
            <a:r>
              <a:rPr b="0" lang="fr-FR" sz="22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22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17.xml"/><Relationship Id="rId19" Type="http://schemas.openxmlformats.org/officeDocument/2006/relationships/slideLayout" Target="../slideLayouts/slideLayout18.xml"/><Relationship Id="rId20" Type="http://schemas.openxmlformats.org/officeDocument/2006/relationships/slideLayout" Target="../slideLayouts/slideLayout19.xml"/><Relationship Id="rId21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1.xml"/><Relationship Id="rId23" Type="http://schemas.openxmlformats.org/officeDocument/2006/relationships/slideLayout" Target="../slideLayouts/slideLayout22.xml"/><Relationship Id="rId24" Type="http://schemas.openxmlformats.org/officeDocument/2006/relationships/slideLayout" Target="../slideLayouts/slideLayout23.xml"/><Relationship Id="rId25" Type="http://schemas.openxmlformats.org/officeDocument/2006/relationships/slideLayout" Target="../slideLayouts/slideLayout24.xml"/><Relationship Id="rId26" Type="http://schemas.openxmlformats.org/officeDocument/2006/relationships/slideLayout" Target="../slideLayouts/slideLayout25.xml"/><Relationship Id="rId27" Type="http://schemas.openxmlformats.org/officeDocument/2006/relationships/slideLayout" Target="../slideLayouts/slideLayout26.xml"/><Relationship Id="rId28" Type="http://schemas.openxmlformats.org/officeDocument/2006/relationships/slideLayout" Target="../slideLayouts/slideLayout27.xml"/><Relationship Id="rId29" Type="http://schemas.openxmlformats.org/officeDocument/2006/relationships/slideLayout" Target="../slideLayouts/slideLayout28.xml"/>
</Relationships>
</file>

<file path=ppt/slideMasters/_rels/slideMaster29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9.xml"/><Relationship Id="rId3" Type="http://schemas.openxmlformats.org/officeDocument/2006/relationships/slideLayout" Target="../slideLayouts/slideLayout30.xml"/><Relationship Id="rId4" Type="http://schemas.openxmlformats.org/officeDocument/2006/relationships/slideLayout" Target="../slideLayouts/slideLayout3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</p:sldLayoutIdLst>
</p:sldMaster>
</file>

<file path=ppt/slideMasters/slideMaster2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78" r:id="rId2"/>
    <p:sldLayoutId id="2147483679" r:id="rId3"/>
    <p:sldLayoutId id="2147483680" r:id="rId4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7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7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13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13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8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919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PlaceHolder 1"/>
          <p:cNvSpPr>
            <a:spLocks noGrp="1"/>
          </p:cNvSpPr>
          <p:nvPr>
            <p:ph type="title"/>
          </p:nvPr>
        </p:nvSpPr>
        <p:spPr>
          <a:xfrm>
            <a:off x="600120" y="685800"/>
            <a:ext cx="5124240" cy="2180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 lnSpcReduction="9999"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US" sz="8000" strike="noStrike" u="none">
                <a:solidFill>
                  <a:schemeClr val="lt1"/>
                </a:solidFill>
                <a:effectLst/>
                <a:uFillTx/>
                <a:latin typeface="Space Grotesk"/>
                <a:ea typeface="Space Grotesk"/>
              </a:rPr>
              <a:t>User Dashboard</a:t>
            </a:r>
            <a:endParaRPr b="0" lang="fr-FR" sz="8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58" name="PlaceHolder 2"/>
          <p:cNvSpPr>
            <a:spLocks noGrp="1"/>
          </p:cNvSpPr>
          <p:nvPr>
            <p:ph type="subTitle"/>
          </p:nvPr>
        </p:nvSpPr>
        <p:spPr>
          <a:xfrm>
            <a:off x="0" y="3552840"/>
            <a:ext cx="8429400" cy="609120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ceeeff"/>
              </a:gs>
            </a:gsLst>
            <a:lin ang="5400000"/>
          </a:gradFill>
          <a:ln w="0">
            <a:noFill/>
          </a:ln>
        </p:spPr>
        <p:txBody>
          <a:bodyPr lIns="91440" rIns="91440" tIns="91440" bIns="91440" anchor="ctr">
            <a:normAutofit/>
          </a:bodyPr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Open Sans"/>
                <a:ea typeface="Open Sans"/>
              </a:rPr>
              <a:t>Executive overview of features, metrics, and design considerations.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59" name="Google Shape;229;p34"/>
          <p:cNvSpPr/>
          <p:nvPr/>
        </p:nvSpPr>
        <p:spPr>
          <a:xfrm>
            <a:off x="714960" y="3668400"/>
            <a:ext cx="484920" cy="367200"/>
          </a:xfrm>
          <a:custGeom>
            <a:avLst/>
            <a:gdLst>
              <a:gd name="textAreaLeft" fmla="*/ 0 w 484920"/>
              <a:gd name="textAreaRight" fmla="*/ 485280 w 484920"/>
              <a:gd name="textAreaTop" fmla="*/ 0 h 367200"/>
              <a:gd name="textAreaBottom" fmla="*/ 367560 h 367200"/>
            </a:gdLst>
            <a:ahLst/>
            <a:cxnLst/>
            <a:rect l="textAreaLeft" t="textAreaTop" r="textAreaRight" b="textAreaBottom"/>
            <a:pathLst>
              <a:path w="2439" h="1848">
                <a:moveTo>
                  <a:pt x="1580" y="1"/>
                </a:moveTo>
                <a:lnTo>
                  <a:pt x="1371" y="203"/>
                </a:lnTo>
                <a:lnTo>
                  <a:pt x="1919" y="780"/>
                </a:lnTo>
                <a:lnTo>
                  <a:pt x="1" y="780"/>
                </a:lnTo>
                <a:lnTo>
                  <a:pt x="1" y="1068"/>
                </a:lnTo>
                <a:lnTo>
                  <a:pt x="1919" y="1068"/>
                </a:lnTo>
                <a:lnTo>
                  <a:pt x="1371" y="1645"/>
                </a:lnTo>
                <a:lnTo>
                  <a:pt x="1580" y="1847"/>
                </a:lnTo>
                <a:lnTo>
                  <a:pt x="2439" y="924"/>
                </a:lnTo>
                <a:lnTo>
                  <a:pt x="1580" y="1"/>
                </a:ln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grpSp>
        <p:nvGrpSpPr>
          <p:cNvPr id="160" name="Google Shape;230;p34"/>
          <p:cNvGrpSpPr/>
          <p:nvPr/>
        </p:nvGrpSpPr>
        <p:grpSpPr>
          <a:xfrm>
            <a:off x="8325000" y="817560"/>
            <a:ext cx="103320" cy="615600"/>
            <a:chOff x="8325000" y="817560"/>
            <a:chExt cx="103320" cy="615600"/>
          </a:xfrm>
        </p:grpSpPr>
        <p:sp>
          <p:nvSpPr>
            <p:cNvPr id="161" name="Google Shape;231;p34"/>
            <p:cNvSpPr/>
            <p:nvPr/>
          </p:nvSpPr>
          <p:spPr>
            <a:xfrm>
              <a:off x="8325000" y="817560"/>
              <a:ext cx="103320" cy="103320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80d1fc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36360" bIns="363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2" name="Google Shape;232;p34"/>
            <p:cNvSpPr/>
            <p:nvPr/>
          </p:nvSpPr>
          <p:spPr>
            <a:xfrm>
              <a:off x="8325000" y="1073520"/>
              <a:ext cx="103320" cy="103320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80d1fc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36360" bIns="363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3" name="Google Shape;233;p34"/>
            <p:cNvSpPr/>
            <p:nvPr/>
          </p:nvSpPr>
          <p:spPr>
            <a:xfrm>
              <a:off x="8325000" y="1329840"/>
              <a:ext cx="103320" cy="103320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80d1fc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36360" bIns="363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164" name="Google Shape;234;p34"/>
          <p:cNvSpPr/>
          <p:nvPr/>
        </p:nvSpPr>
        <p:spPr>
          <a:xfrm>
            <a:off x="8058240" y="2400480"/>
            <a:ext cx="723600" cy="723600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80d1fc"/>
              </a:gs>
            </a:gsLst>
            <a:lin ang="54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870823080" rIns="870823080" tIns="361800" bIns="361800" anchor="ctr">
            <a:normAutofit fontScale="25000" lnSpcReduction="19999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fr-FR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PlaceHolder 1"/>
          <p:cNvSpPr>
            <a:spLocks noGrp="1"/>
          </p:cNvSpPr>
          <p:nvPr>
            <p:ph type="title"/>
          </p:nvPr>
        </p:nvSpPr>
        <p:spPr>
          <a:xfrm>
            <a:off x="704880" y="533520"/>
            <a:ext cx="3866760" cy="144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600" strike="noStrike" u="none">
                <a:solidFill>
                  <a:schemeClr val="dk1"/>
                </a:solidFill>
                <a:effectLst/>
                <a:uFillTx/>
                <a:latin typeface="Space Grotesk"/>
                <a:ea typeface="Space Grotesk"/>
              </a:rPr>
              <a:t>Introduction</a:t>
            </a:r>
            <a:endParaRPr b="0" lang="fr-FR" sz="26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66" name="PlaceHolder 2"/>
          <p:cNvSpPr>
            <a:spLocks noGrp="1"/>
          </p:cNvSpPr>
          <p:nvPr>
            <p:ph/>
          </p:nvPr>
        </p:nvSpPr>
        <p:spPr>
          <a:xfrm>
            <a:off x="704880" y="2066760"/>
            <a:ext cx="3866760" cy="2323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/>
          </a:bodyPr>
          <a:p>
            <a:pPr indent="0">
              <a:lnSpc>
                <a:spcPct val="15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Open Sans"/>
                <a:ea typeface="Open Sans"/>
              </a:rPr>
              <a:t>The </a:t>
            </a:r>
            <a:r>
              <a:rPr b="0" i="1" lang="en-US" sz="1400" strike="noStrike" u="none">
                <a:solidFill>
                  <a:schemeClr val="dk1"/>
                </a:solidFill>
                <a:effectLst/>
                <a:uFillTx/>
                <a:latin typeface="Open Sans"/>
                <a:ea typeface="Open Sans"/>
              </a:rPr>
              <a:t>User Dashboard</a:t>
            </a: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Open Sans"/>
                <a:ea typeface="Open Sans"/>
              </a:rPr>
              <a:t> centralizes user activity, performance indicators, and actionable insights for executives and product teams.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50000"/>
              </a:lnSpc>
              <a:buNone/>
              <a:tabLst>
                <a:tab algn="l" pos="0"/>
              </a:tabLst>
            </a:pP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5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Open Sans"/>
                <a:ea typeface="Open Sans"/>
              </a:rPr>
              <a:t>It highlights </a:t>
            </a:r>
            <a:r>
              <a:rPr b="1" lang="en-US" sz="1400" strike="noStrike" u="none">
                <a:solidFill>
                  <a:schemeClr val="dk1"/>
                </a:solidFill>
                <a:effectLst/>
                <a:uFillTx/>
                <a:latin typeface="Open Sans"/>
                <a:ea typeface="Open Sans"/>
              </a:rPr>
              <a:t>strategic metrics</a:t>
            </a: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Open Sans"/>
                <a:ea typeface="Open Sans"/>
              </a:rPr>
              <a:t> and design principles to drive engagement and informed decisions.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" name="Google Shape;286;p39" title="office-workers-using-finance-graphs (2).jpg"/>
          <p:cNvSpPr/>
          <p:nvPr/>
        </p:nvSpPr>
        <p:spPr>
          <a:xfrm>
            <a:off x="5074560" y="534960"/>
            <a:ext cx="3019680" cy="3858120"/>
          </a:xfrm>
          <a:prstGeom prst="ellipse">
            <a:avLst/>
          </a:prstGeom>
          <a:blipFill rotWithShape="0">
            <a:blip r:embed="rId1"/>
            <a:srcRect/>
            <a:stretch/>
          </a:blipFill>
          <a:ln w="19050">
            <a:solidFill>
              <a:srgbClr val="19191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"/>
          <p:cNvSpPr/>
          <p:nvPr/>
        </p:nvSpPr>
        <p:spPr>
          <a:xfrm>
            <a:off x="476280" y="476280"/>
            <a:ext cx="2285640" cy="95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5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01</a:t>
            </a:r>
            <a:endParaRPr b="0" lang="en-US" sz="50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69" name=""/>
          <p:cNvSpPr/>
          <p:nvPr/>
        </p:nvSpPr>
        <p:spPr>
          <a:xfrm>
            <a:off x="476280" y="1428840"/>
            <a:ext cx="3619080" cy="142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b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4000" strike="noStrike" u="none">
                <a:solidFill>
                  <a:schemeClr val="dk1"/>
                </a:solidFill>
                <a:effectLst/>
                <a:uFillTx/>
                <a:latin typeface="Space Grotesk"/>
              </a:rPr>
              <a:t>Dashboard Overview</a:t>
            </a:r>
            <a:endParaRPr b="0" lang="en-US" sz="40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pic>
        <p:nvPicPr>
          <p:cNvPr id="170" name="image69bd5c335de3c" descr="image69bd5c335de3f"/>
          <p:cNvPicPr/>
          <p:nvPr/>
        </p:nvPicPr>
        <p:blipFill>
          <a:blip r:embed="rId1"/>
          <a:stretch/>
        </p:blipFill>
        <p:spPr>
          <a:xfrm>
            <a:off x="4572000" y="0"/>
            <a:ext cx="4571640" cy="5143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"/>
          <p:cNvSpPr/>
          <p:nvPr/>
        </p:nvSpPr>
        <p:spPr>
          <a:xfrm>
            <a:off x="476280" y="476280"/>
            <a:ext cx="8191080" cy="95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b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trike="noStrike" u="none">
                <a:solidFill>
                  <a:schemeClr val="dk1"/>
                </a:solidFill>
                <a:effectLst/>
                <a:uFillTx/>
                <a:latin typeface="Space Grotesk"/>
              </a:rPr>
              <a:t>Purpose &amp; Goals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72" name=""/>
          <p:cNvSpPr/>
          <p:nvPr/>
        </p:nvSpPr>
        <p:spPr>
          <a:xfrm>
            <a:off x="476280" y="1905120"/>
            <a:ext cx="8191080" cy="276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/>
          </a:bodyPr>
          <a:p>
            <a:pPr defTabSz="914400">
              <a:lnSpc>
                <a:spcPct val="15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Open Sans"/>
              </a:rPr>
              <a:t>Provide a unified view of user behavior, retention, and conversion to support data-driven strategy.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Open Sans"/>
              </a:rPr>
              <a:t>Prioritize clarity, accessibility, and quick access to </a:t>
            </a:r>
            <a:r>
              <a:rPr b="1" lang="en-US" sz="1200" strike="noStrike" u="none">
                <a:solidFill>
                  <a:schemeClr val="dk1"/>
                </a:solidFill>
                <a:effectLst/>
                <a:uFillTx/>
                <a:latin typeface="Open Sans"/>
              </a:rPr>
              <a:t>actionable insights</a:t>
            </a: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Open Sans"/>
              </a:rPr>
              <a:t> for stakeholders.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PlaceHolder 1"/>
          <p:cNvSpPr>
            <a:spLocks noGrp="1"/>
          </p:cNvSpPr>
          <p:nvPr>
            <p:ph type="title"/>
          </p:nvPr>
        </p:nvSpPr>
        <p:spPr>
          <a:xfrm>
            <a:off x="1467000" y="533520"/>
            <a:ext cx="6219360" cy="1409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000" strike="noStrike" u="none">
                <a:solidFill>
                  <a:schemeClr val="dk1"/>
                </a:solidFill>
                <a:effectLst/>
                <a:uFillTx/>
                <a:latin typeface="Space Grotesk"/>
                <a:ea typeface="Space Grotesk"/>
              </a:rPr>
              <a:t>Key Metrics</a:t>
            </a:r>
            <a:endParaRPr b="0" lang="fr-FR" sz="4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74" name="PlaceHolder 2"/>
          <p:cNvSpPr>
            <a:spLocks noGrp="1"/>
          </p:cNvSpPr>
          <p:nvPr>
            <p:ph/>
          </p:nvPr>
        </p:nvSpPr>
        <p:spPr>
          <a:xfrm>
            <a:off x="714240" y="2143080"/>
            <a:ext cx="7714800" cy="1952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/>
          </a:bodyPr>
          <a:p>
            <a:pPr indent="0">
              <a:lnSpc>
                <a:spcPct val="15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Open Sans"/>
                <a:ea typeface="Open Sans"/>
              </a:rPr>
              <a:t>Track active users, conversion rate, churn, and average session duration to measure product health.</a:t>
            </a:r>
            <a:endParaRPr b="0" lang="fr-F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50000"/>
              </a:lnSpc>
              <a:buNone/>
              <a:tabLst>
                <a:tab algn="l" pos="0"/>
              </a:tabLst>
            </a:pP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5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Open Sans"/>
                <a:ea typeface="Open Sans"/>
              </a:rPr>
              <a:t>Visualize trends and anomalies to enable timely interventions and continuous improvement.</a:t>
            </a:r>
            <a:endParaRPr b="0" lang="fr-F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"/>
          <p:cNvSpPr/>
          <p:nvPr/>
        </p:nvSpPr>
        <p:spPr>
          <a:xfrm>
            <a:off x="476280" y="476280"/>
            <a:ext cx="3619080" cy="95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b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trike="noStrike" u="none">
                <a:solidFill>
                  <a:schemeClr val="dk1"/>
                </a:solidFill>
                <a:effectLst/>
                <a:uFillTx/>
                <a:latin typeface="Space Grotesk"/>
              </a:rPr>
              <a:t>User Personas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76" name=""/>
          <p:cNvSpPr/>
          <p:nvPr/>
        </p:nvSpPr>
        <p:spPr>
          <a:xfrm>
            <a:off x="476280" y="1905120"/>
            <a:ext cx="3619080" cy="276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/>
          </a:bodyPr>
          <a:p>
            <a:pPr defTabSz="914400">
              <a:lnSpc>
                <a:spcPct val="15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Open Sans"/>
              </a:rPr>
              <a:t>Segment users by behavior and role: </a:t>
            </a:r>
            <a:r>
              <a:rPr b="0" i="1" lang="en-US" sz="1200" strike="noStrike" u="none">
                <a:solidFill>
                  <a:schemeClr val="dk1"/>
                </a:solidFill>
                <a:effectLst/>
                <a:uFillTx/>
                <a:latin typeface="Open Sans"/>
              </a:rPr>
              <a:t>Admin</a:t>
            </a: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Open Sans"/>
              </a:rPr>
              <a:t>, </a:t>
            </a:r>
            <a:r>
              <a:rPr b="0" i="1" lang="en-US" sz="1200" strike="noStrike" u="none">
                <a:solidFill>
                  <a:schemeClr val="dk1"/>
                </a:solidFill>
                <a:effectLst/>
                <a:uFillTx/>
                <a:latin typeface="Open Sans"/>
              </a:rPr>
              <a:t>Power User</a:t>
            </a: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Open Sans"/>
              </a:rPr>
              <a:t>, </a:t>
            </a:r>
            <a:r>
              <a:rPr b="0" i="1" lang="en-US" sz="1200" strike="noStrike" u="none">
                <a:solidFill>
                  <a:schemeClr val="dk1"/>
                </a:solidFill>
                <a:effectLst/>
                <a:uFillTx/>
                <a:latin typeface="Open Sans"/>
              </a:rPr>
              <a:t>Casual User</a:t>
            </a: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Open Sans"/>
              </a:rPr>
              <a:t>.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Open Sans"/>
              </a:rPr>
              <a:t>Define primary needs and tasks for each persona to tailor </a:t>
            </a:r>
            <a:r>
              <a:rPr b="1" lang="en-US" sz="1200" strike="noStrike" u="none">
                <a:solidFill>
                  <a:schemeClr val="dk1"/>
                </a:solidFill>
                <a:effectLst/>
                <a:uFillTx/>
                <a:latin typeface="Open Sans"/>
              </a:rPr>
              <a:t>dashboards</a:t>
            </a: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Open Sans"/>
              </a:rPr>
              <a:t>, alerts, and access levels.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pic>
        <p:nvPicPr>
          <p:cNvPr id="177" name="image69bd5c3370b3b" descr="image69bd5c3370b3e"/>
          <p:cNvPicPr/>
          <p:nvPr/>
        </p:nvPicPr>
        <p:blipFill>
          <a:blip r:embed="rId1"/>
          <a:stretch/>
        </p:blipFill>
        <p:spPr>
          <a:xfrm>
            <a:off x="4572000" y="0"/>
            <a:ext cx="4571640" cy="5143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"/>
          <p:cNvSpPr/>
          <p:nvPr/>
        </p:nvSpPr>
        <p:spPr>
          <a:xfrm>
            <a:off x="5048280" y="476280"/>
            <a:ext cx="2285640" cy="95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5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02</a:t>
            </a:r>
            <a:endParaRPr b="0" lang="en-US" sz="50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79" name=""/>
          <p:cNvSpPr/>
          <p:nvPr/>
        </p:nvSpPr>
        <p:spPr>
          <a:xfrm>
            <a:off x="5048280" y="1428840"/>
            <a:ext cx="3619080" cy="142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b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4000" strike="noStrike" u="none">
                <a:solidFill>
                  <a:schemeClr val="dk1"/>
                </a:solidFill>
                <a:effectLst/>
                <a:uFillTx/>
                <a:latin typeface="Space Grotesk"/>
              </a:rPr>
              <a:t>Design &amp; Features</a:t>
            </a:r>
            <a:endParaRPr b="0" lang="en-US" sz="40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pic>
        <p:nvPicPr>
          <p:cNvPr id="180" name="image69bd5c3382297" descr="image69bd5c338229b"/>
          <p:cNvPicPr/>
          <p:nvPr/>
        </p:nvPicPr>
        <p:blipFill>
          <a:blip r:embed="rId1"/>
          <a:stretch/>
        </p:blipFill>
        <p:spPr>
          <a:xfrm>
            <a:off x="0" y="0"/>
            <a:ext cx="4571640" cy="5143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PlaceHolder 1"/>
          <p:cNvSpPr>
            <a:spLocks noGrp="1"/>
          </p:cNvSpPr>
          <p:nvPr>
            <p:ph type="title"/>
          </p:nvPr>
        </p:nvSpPr>
        <p:spPr>
          <a:xfrm>
            <a:off x="704880" y="533520"/>
            <a:ext cx="3866760" cy="144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600" strike="noStrike" u="none">
                <a:solidFill>
                  <a:schemeClr val="dk1"/>
                </a:solidFill>
                <a:effectLst/>
                <a:uFillTx/>
                <a:latin typeface="Space Grotesk"/>
                <a:ea typeface="Space Grotesk"/>
              </a:rPr>
              <a:t>Layout &amp; Navigation</a:t>
            </a:r>
            <a:endParaRPr b="0" lang="fr-FR" sz="26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82" name="PlaceHolder 2"/>
          <p:cNvSpPr>
            <a:spLocks noGrp="1"/>
          </p:cNvSpPr>
          <p:nvPr>
            <p:ph/>
          </p:nvPr>
        </p:nvSpPr>
        <p:spPr>
          <a:xfrm>
            <a:off x="704880" y="2066760"/>
            <a:ext cx="3866760" cy="2323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/>
          </a:bodyPr>
          <a:p>
            <a:pPr indent="0">
              <a:lnSpc>
                <a:spcPct val="15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Open Sans"/>
                <a:ea typeface="Open Sans"/>
              </a:rPr>
              <a:t>Adopt a clean, modular grid with primary navigation left and contextual actions top-right.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50000"/>
              </a:lnSpc>
              <a:buNone/>
              <a:tabLst>
                <a:tab algn="l" pos="0"/>
              </a:tabLst>
            </a:pP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5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Open Sans"/>
                <a:ea typeface="Open Sans"/>
              </a:rPr>
              <a:t>Ensure </a:t>
            </a:r>
            <a:r>
              <a:rPr b="0" i="1" lang="en-US" sz="1400" strike="noStrike" u="none">
                <a:solidFill>
                  <a:schemeClr val="dk1"/>
                </a:solidFill>
                <a:effectLst/>
                <a:uFillTx/>
                <a:latin typeface="Open Sans"/>
                <a:ea typeface="Open Sans"/>
              </a:rPr>
              <a:t>discoverability</a:t>
            </a: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Open Sans"/>
                <a:ea typeface="Open Sans"/>
              </a:rPr>
              <a:t> and keyboard shortcuts for efficiency, with responsive design for all devices.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3" name="Google Shape;286;p39" title="office-workers-using-finance-graphs (2).jpg"/>
          <p:cNvSpPr/>
          <p:nvPr/>
        </p:nvSpPr>
        <p:spPr>
          <a:xfrm>
            <a:off x="5074560" y="534960"/>
            <a:ext cx="3019680" cy="3858120"/>
          </a:xfrm>
          <a:prstGeom prst="ellipse">
            <a:avLst/>
          </a:prstGeom>
          <a:blipFill rotWithShape="0">
            <a:blip r:embed="rId1"/>
            <a:srcRect/>
            <a:stretch/>
          </a:blipFill>
          <a:ln w="19050">
            <a:solidFill>
              <a:srgbClr val="19191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"/>
          <p:cNvSpPr/>
          <p:nvPr/>
        </p:nvSpPr>
        <p:spPr>
          <a:xfrm>
            <a:off x="476280" y="476280"/>
            <a:ext cx="8191080" cy="95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b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trike="noStrike" u="none">
                <a:solidFill>
                  <a:schemeClr val="dk1"/>
                </a:solidFill>
                <a:effectLst/>
                <a:uFillTx/>
                <a:latin typeface="Space Grotesk"/>
              </a:rPr>
              <a:t>Widgets &amp; KPIs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85" name=""/>
          <p:cNvSpPr/>
          <p:nvPr/>
        </p:nvSpPr>
        <p:spPr>
          <a:xfrm>
            <a:off x="476280" y="1905120"/>
            <a:ext cx="8191080" cy="276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/>
          </a:bodyPr>
          <a:p>
            <a:pPr defTabSz="914400">
              <a:lnSpc>
                <a:spcPct val="15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Open Sans"/>
              </a:rPr>
              <a:t>Select widgets that surface </a:t>
            </a:r>
            <a:r>
              <a:rPr b="1" lang="en-US" sz="1200" strike="noStrike" u="none">
                <a:solidFill>
                  <a:schemeClr val="dk1"/>
                </a:solidFill>
                <a:effectLst/>
                <a:uFillTx/>
                <a:latin typeface="Open Sans"/>
              </a:rPr>
              <a:t>leading metrics</a:t>
            </a: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Open Sans"/>
              </a:rPr>
              <a:t>: active users, conversion, and retention trends.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Open Sans"/>
              </a:rPr>
              <a:t>Allow customization and drill-down to raw data for deeper analysis and operational action.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PlaceHolder 1"/>
          <p:cNvSpPr>
            <a:spLocks noGrp="1"/>
          </p:cNvSpPr>
          <p:nvPr>
            <p:ph type="title"/>
          </p:nvPr>
        </p:nvSpPr>
        <p:spPr>
          <a:xfrm>
            <a:off x="1467000" y="533520"/>
            <a:ext cx="6219360" cy="1409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000" strike="noStrike" u="none">
                <a:solidFill>
                  <a:schemeClr val="dk1"/>
                </a:solidFill>
                <a:effectLst/>
                <a:uFillTx/>
                <a:latin typeface="Space Grotesk"/>
                <a:ea typeface="Space Grotesk"/>
              </a:rPr>
              <a:t>Settings &amp; Permissions</a:t>
            </a:r>
            <a:endParaRPr b="0" lang="fr-FR" sz="4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87" name="PlaceHolder 2"/>
          <p:cNvSpPr>
            <a:spLocks noGrp="1"/>
          </p:cNvSpPr>
          <p:nvPr>
            <p:ph/>
          </p:nvPr>
        </p:nvSpPr>
        <p:spPr>
          <a:xfrm>
            <a:off x="714240" y="2143080"/>
            <a:ext cx="7714800" cy="1952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/>
          </a:bodyPr>
          <a:p>
            <a:pPr indent="0">
              <a:lnSpc>
                <a:spcPct val="15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Open Sans"/>
                <a:ea typeface="Open Sans"/>
              </a:rPr>
              <a:t>Implement role-based access with granular permissions for data visibility and editing.</a:t>
            </a:r>
            <a:endParaRPr b="0" lang="fr-F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50000"/>
              </a:lnSpc>
              <a:buNone/>
              <a:tabLst>
                <a:tab algn="l" pos="0"/>
              </a:tabLst>
            </a:pP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5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Open Sans"/>
                <a:ea typeface="Open Sans"/>
              </a:rPr>
              <a:t>Provide audit logs and intuitive settings UI to maintain security and compliance.</a:t>
            </a:r>
            <a:endParaRPr b="0" lang="fr-F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PlaceHolder 1"/>
          <p:cNvSpPr>
            <a:spLocks noGrp="1"/>
          </p:cNvSpPr>
          <p:nvPr>
            <p:ph type="title"/>
          </p:nvPr>
        </p:nvSpPr>
        <p:spPr>
          <a:xfrm>
            <a:off x="704880" y="533520"/>
            <a:ext cx="3866760" cy="144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600" strike="noStrike" u="none">
                <a:solidFill>
                  <a:schemeClr val="dk1"/>
                </a:solidFill>
                <a:effectLst/>
                <a:uFillTx/>
                <a:latin typeface="Space Grotesk"/>
                <a:ea typeface="Space Grotesk"/>
              </a:rPr>
              <a:t>Conclusions</a:t>
            </a:r>
            <a:endParaRPr b="0" lang="fr-FR" sz="26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89" name="PlaceHolder 2"/>
          <p:cNvSpPr>
            <a:spLocks noGrp="1"/>
          </p:cNvSpPr>
          <p:nvPr>
            <p:ph/>
          </p:nvPr>
        </p:nvSpPr>
        <p:spPr>
          <a:xfrm>
            <a:off x="704880" y="2066760"/>
            <a:ext cx="3866760" cy="2323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/>
          </a:bodyPr>
          <a:p>
            <a:pPr indent="0">
              <a:lnSpc>
                <a:spcPct val="15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Open Sans"/>
                <a:ea typeface="Open Sans"/>
              </a:rPr>
              <a:t>Design the dashboard around clear user goals, actionable </a:t>
            </a:r>
            <a:r>
              <a:rPr b="1" lang="en-US" sz="1400" strike="noStrike" u="none">
                <a:solidFill>
                  <a:schemeClr val="dk1"/>
                </a:solidFill>
                <a:effectLst/>
                <a:uFillTx/>
                <a:latin typeface="Open Sans"/>
                <a:ea typeface="Open Sans"/>
              </a:rPr>
              <a:t>KPIs</a:t>
            </a: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Open Sans"/>
                <a:ea typeface="Open Sans"/>
              </a:rPr>
              <a:t>, and secure access controls.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50000"/>
              </a:lnSpc>
              <a:buNone/>
              <a:tabLst>
                <a:tab algn="l" pos="0"/>
              </a:tabLst>
            </a:pP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5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Open Sans"/>
                <a:ea typeface="Open Sans"/>
              </a:rPr>
              <a:t>Prioritize customization, responsive navigation, and measurable outcomes to drive adoption and business value.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0" name="Google Shape;286;p39" title="office-workers-using-finance-graphs (2).jpg"/>
          <p:cNvSpPr/>
          <p:nvPr/>
        </p:nvSpPr>
        <p:spPr>
          <a:xfrm>
            <a:off x="5074560" y="534960"/>
            <a:ext cx="3019680" cy="3858120"/>
          </a:xfrm>
          <a:prstGeom prst="ellipse">
            <a:avLst/>
          </a:prstGeom>
          <a:blipFill rotWithShape="0">
            <a:blip r:embed="rId1"/>
            <a:srcRect/>
            <a:stretch/>
          </a:blipFill>
          <a:ln w="19050">
            <a:solidFill>
              <a:srgbClr val="19191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PlaceHolder 1"/>
          <p:cNvSpPr>
            <a:spLocks noGrp="1"/>
          </p:cNvSpPr>
          <p:nvPr>
            <p:ph type="title"/>
          </p:nvPr>
        </p:nvSpPr>
        <p:spPr>
          <a:xfrm>
            <a:off x="714240" y="368280"/>
            <a:ext cx="4285800" cy="1767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sp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" sz="5200" strike="noStrike" u="none">
                <a:solidFill>
                  <a:schemeClr val="dk1"/>
                </a:solidFill>
                <a:effectLst/>
                <a:uFillTx/>
                <a:latin typeface="Space Grotesk"/>
                <a:ea typeface="Space Grotesk"/>
              </a:rPr>
              <a:t>Thanks!</a:t>
            </a:r>
            <a:endParaRPr b="0" lang="fr-FR" sz="52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92" name="PlaceHolder 2"/>
          <p:cNvSpPr>
            <a:spLocks noGrp="1"/>
          </p:cNvSpPr>
          <p:nvPr>
            <p:ph type="subTitle"/>
          </p:nvPr>
        </p:nvSpPr>
        <p:spPr>
          <a:xfrm>
            <a:off x="714240" y="1933560"/>
            <a:ext cx="4285800" cy="1333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spAutoFit/>
          </a:bodyPr>
          <a:p>
            <a:pPr marL="3618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" sz="1400" strike="noStrike" u="none">
                <a:solidFill>
                  <a:schemeClr val="dk1"/>
                </a:solidFill>
                <a:effectLst/>
                <a:uFillTx/>
                <a:latin typeface="Open Sans"/>
                <a:ea typeface="Open Sans"/>
              </a:rPr>
              <a:t>Do you have any questions?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14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400" strike="noStrike" u="none">
                <a:solidFill>
                  <a:schemeClr val="dk1"/>
                </a:solidFill>
                <a:effectLst/>
                <a:uFillTx/>
                <a:latin typeface="Open Sans"/>
                <a:ea typeface="Open Sans"/>
              </a:rPr>
              <a:t>youremail@freepik.com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400" strike="noStrike" u="none">
                <a:solidFill>
                  <a:schemeClr val="dk1"/>
                </a:solidFill>
                <a:effectLst/>
                <a:uFillTx/>
                <a:latin typeface="Open Sans"/>
                <a:ea typeface="Open Sans"/>
              </a:rPr>
              <a:t>+91  620 421 838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400" strike="noStrike" u="none">
                <a:solidFill>
                  <a:schemeClr val="dk1"/>
                </a:solidFill>
                <a:effectLst/>
                <a:uFillTx/>
                <a:latin typeface="Open Sans"/>
                <a:ea typeface="Open Sans"/>
              </a:rPr>
              <a:t>yourcompany.com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93" name="Google Shape;496;p53"/>
          <p:cNvSpPr/>
          <p:nvPr/>
        </p:nvSpPr>
        <p:spPr>
          <a:xfrm>
            <a:off x="714240" y="4124160"/>
            <a:ext cx="4285800" cy="33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870823080" rIns="870823080" tIns="-3142080" bIns="-3142080" anchor="ctr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" sz="12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Please keep this slide for attribution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grpSp>
        <p:nvGrpSpPr>
          <p:cNvPr id="194" name="Google Shape;497;p53"/>
          <p:cNvGrpSpPr/>
          <p:nvPr/>
        </p:nvGrpSpPr>
        <p:grpSpPr>
          <a:xfrm>
            <a:off x="7549560" y="1364400"/>
            <a:ext cx="617400" cy="617400"/>
            <a:chOff x="7549560" y="1364400"/>
            <a:chExt cx="617400" cy="617400"/>
          </a:xfrm>
        </p:grpSpPr>
        <p:sp>
          <p:nvSpPr>
            <p:cNvPr id="195" name="Google Shape;498;p53"/>
            <p:cNvSpPr/>
            <p:nvPr/>
          </p:nvSpPr>
          <p:spPr>
            <a:xfrm>
              <a:off x="7549560" y="1364400"/>
              <a:ext cx="617400" cy="617400"/>
            </a:xfrm>
            <a:prstGeom prst="ellipse">
              <a:avLst/>
            </a:prstGeom>
            <a:solidFill>
              <a:schemeClr val="lt1"/>
            </a:solidFill>
            <a:ln w="19050">
              <a:solidFill>
                <a:srgbClr val="19191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grpSp>
          <p:nvGrpSpPr>
            <p:cNvPr id="196" name="Google Shape;499;p53"/>
            <p:cNvGrpSpPr/>
            <p:nvPr/>
          </p:nvGrpSpPr>
          <p:grpSpPr>
            <a:xfrm>
              <a:off x="7680240" y="1495080"/>
              <a:ext cx="355680" cy="356040"/>
              <a:chOff x="7680240" y="1495080"/>
              <a:chExt cx="355680" cy="356040"/>
            </a:xfrm>
          </p:grpSpPr>
          <p:sp>
            <p:nvSpPr>
              <p:cNvPr id="197" name="Google Shape;500;p53"/>
              <p:cNvSpPr/>
              <p:nvPr/>
            </p:nvSpPr>
            <p:spPr>
              <a:xfrm>
                <a:off x="7743600" y="1558440"/>
                <a:ext cx="229320" cy="229320"/>
              </a:xfrm>
              <a:custGeom>
                <a:avLst/>
                <a:gdLst>
                  <a:gd name="textAreaLeft" fmla="*/ 0 w 229320"/>
                  <a:gd name="textAreaRight" fmla="*/ 229680 w 229320"/>
                  <a:gd name="textAreaTop" fmla="*/ 0 h 229320"/>
                  <a:gd name="textAreaBottom" fmla="*/ 229680 h 229320"/>
                </a:gdLst>
                <a:ahLst/>
                <a:cxnLst/>
                <a:rect l="textAreaLeft" t="textAreaTop" r="textAreaRight" b="textAreaBottom"/>
                <a:pathLst>
                  <a:path w="12288" h="12287">
                    <a:moveTo>
                      <a:pt x="10053" y="1117"/>
                    </a:moveTo>
                    <a:cubicBezTo>
                      <a:pt x="10669" y="1117"/>
                      <a:pt x="11171" y="1617"/>
                      <a:pt x="11171" y="2233"/>
                    </a:cubicBezTo>
                    <a:cubicBezTo>
                      <a:pt x="11170" y="2850"/>
                      <a:pt x="10669" y="3351"/>
                      <a:pt x="10053" y="3351"/>
                    </a:cubicBezTo>
                    <a:cubicBezTo>
                      <a:pt x="9438" y="3351"/>
                      <a:pt x="8937" y="2850"/>
                      <a:pt x="8937" y="2233"/>
                    </a:cubicBezTo>
                    <a:cubicBezTo>
                      <a:pt x="8937" y="1617"/>
                      <a:pt x="9438" y="1117"/>
                      <a:pt x="10053" y="1117"/>
                    </a:cubicBezTo>
                    <a:close/>
                    <a:moveTo>
                      <a:pt x="6144" y="2233"/>
                    </a:moveTo>
                    <a:cubicBezTo>
                      <a:pt x="8300" y="2233"/>
                      <a:pt x="10053" y="3988"/>
                      <a:pt x="10053" y="6144"/>
                    </a:cubicBezTo>
                    <a:cubicBezTo>
                      <a:pt x="10053" y="8299"/>
                      <a:pt x="8300" y="10054"/>
                      <a:pt x="6144" y="10054"/>
                    </a:cubicBezTo>
                    <a:cubicBezTo>
                      <a:pt x="3989" y="10054"/>
                      <a:pt x="2234" y="8299"/>
                      <a:pt x="2234" y="6144"/>
                    </a:cubicBezTo>
                    <a:cubicBezTo>
                      <a:pt x="2234" y="3988"/>
                      <a:pt x="3987" y="2233"/>
                      <a:pt x="6144" y="2233"/>
                    </a:cubicBezTo>
                    <a:close/>
                    <a:moveTo>
                      <a:pt x="1675" y="1"/>
                    </a:moveTo>
                    <a:cubicBezTo>
                      <a:pt x="752" y="1"/>
                      <a:pt x="0" y="751"/>
                      <a:pt x="0" y="1676"/>
                    </a:cubicBezTo>
                    <a:lnTo>
                      <a:pt x="0" y="10611"/>
                    </a:lnTo>
                    <a:cubicBezTo>
                      <a:pt x="0" y="11536"/>
                      <a:pt x="752" y="12286"/>
                      <a:pt x="1675" y="12286"/>
                    </a:cubicBezTo>
                    <a:lnTo>
                      <a:pt x="10612" y="12286"/>
                    </a:lnTo>
                    <a:cubicBezTo>
                      <a:pt x="11536" y="12286"/>
                      <a:pt x="12288" y="11536"/>
                      <a:pt x="12288" y="10611"/>
                    </a:cubicBezTo>
                    <a:lnTo>
                      <a:pt x="12288" y="1676"/>
                    </a:lnTo>
                    <a:cubicBezTo>
                      <a:pt x="12288" y="752"/>
                      <a:pt x="11536" y="1"/>
                      <a:pt x="1061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98" name="Google Shape;501;p53"/>
              <p:cNvSpPr/>
              <p:nvPr/>
            </p:nvSpPr>
            <p:spPr>
              <a:xfrm>
                <a:off x="7806240" y="1621080"/>
                <a:ext cx="104040" cy="104040"/>
              </a:xfrm>
              <a:custGeom>
                <a:avLst/>
                <a:gdLst>
                  <a:gd name="textAreaLeft" fmla="*/ 0 w 104040"/>
                  <a:gd name="textAreaRight" fmla="*/ 104400 w 104040"/>
                  <a:gd name="textAreaTop" fmla="*/ 0 h 104040"/>
                  <a:gd name="textAreaBottom" fmla="*/ 104400 h 104040"/>
                </a:gdLst>
                <a:ahLst/>
                <a:cxnLst/>
                <a:rect l="textAreaLeft" t="textAreaTop" r="textAreaRight" b="textAreaBottom"/>
                <a:pathLst>
                  <a:path w="5588" h="5585">
                    <a:moveTo>
                      <a:pt x="2794" y="0"/>
                    </a:moveTo>
                    <a:cubicBezTo>
                      <a:pt x="1255" y="0"/>
                      <a:pt x="1" y="1252"/>
                      <a:pt x="1" y="2793"/>
                    </a:cubicBezTo>
                    <a:cubicBezTo>
                      <a:pt x="1" y="4332"/>
                      <a:pt x="1255" y="5585"/>
                      <a:pt x="2794" y="5585"/>
                    </a:cubicBezTo>
                    <a:cubicBezTo>
                      <a:pt x="4333" y="5585"/>
                      <a:pt x="5587" y="4332"/>
                      <a:pt x="5587" y="2793"/>
                    </a:cubicBezTo>
                    <a:cubicBezTo>
                      <a:pt x="5587" y="1252"/>
                      <a:pt x="4333" y="0"/>
                      <a:pt x="279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52200" bIns="522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99" name="Google Shape;502;p53"/>
              <p:cNvSpPr/>
              <p:nvPr/>
            </p:nvSpPr>
            <p:spPr>
              <a:xfrm>
                <a:off x="7680240" y="1495080"/>
                <a:ext cx="355680" cy="356040"/>
              </a:xfrm>
              <a:custGeom>
                <a:avLst/>
                <a:gdLst>
                  <a:gd name="textAreaLeft" fmla="*/ 0 w 355680"/>
                  <a:gd name="textAreaRight" fmla="*/ 356040 w 355680"/>
                  <a:gd name="textAreaTop" fmla="*/ 0 h 356040"/>
                  <a:gd name="textAreaBottom" fmla="*/ 356400 h 356040"/>
                </a:gdLst>
                <a:ahLst/>
                <a:cxnLst/>
                <a:rect l="textAreaLeft" t="textAreaTop" r="textAreaRight" b="textAreaBottom"/>
                <a:pathLst>
                  <a:path w="19064" h="19065">
                    <a:moveTo>
                      <a:pt x="14000" y="2271"/>
                    </a:moveTo>
                    <a:cubicBezTo>
                      <a:pt x="15539" y="2271"/>
                      <a:pt x="16794" y="3524"/>
                      <a:pt x="16794" y="5065"/>
                    </a:cubicBezTo>
                    <a:lnTo>
                      <a:pt x="16794" y="14000"/>
                    </a:lnTo>
                    <a:cubicBezTo>
                      <a:pt x="16794" y="15541"/>
                      <a:pt x="15539" y="16793"/>
                      <a:pt x="14000" y="16793"/>
                    </a:cubicBezTo>
                    <a:lnTo>
                      <a:pt x="5063" y="16793"/>
                    </a:lnTo>
                    <a:cubicBezTo>
                      <a:pt x="3524" y="16793"/>
                      <a:pt x="2272" y="15541"/>
                      <a:pt x="2272" y="14000"/>
                    </a:cubicBezTo>
                    <a:lnTo>
                      <a:pt x="2272" y="5065"/>
                    </a:lnTo>
                    <a:cubicBezTo>
                      <a:pt x="2272" y="3524"/>
                      <a:pt x="3524" y="2271"/>
                      <a:pt x="5063" y="2271"/>
                    </a:cubicBezTo>
                    <a:close/>
                    <a:moveTo>
                      <a:pt x="2829" y="0"/>
                    </a:moveTo>
                    <a:cubicBezTo>
                      <a:pt x="1290" y="0"/>
                      <a:pt x="0" y="1290"/>
                      <a:pt x="0" y="2831"/>
                    </a:cubicBezTo>
                    <a:lnTo>
                      <a:pt x="0" y="16234"/>
                    </a:lnTo>
                    <a:cubicBezTo>
                      <a:pt x="0" y="17775"/>
                      <a:pt x="1290" y="19065"/>
                      <a:pt x="2829" y="19065"/>
                    </a:cubicBezTo>
                    <a:lnTo>
                      <a:pt x="16235" y="19065"/>
                    </a:lnTo>
                    <a:cubicBezTo>
                      <a:pt x="17774" y="19065"/>
                      <a:pt x="19063" y="17775"/>
                      <a:pt x="19063" y="16234"/>
                    </a:cubicBezTo>
                    <a:lnTo>
                      <a:pt x="19063" y="2831"/>
                    </a:lnTo>
                    <a:cubicBezTo>
                      <a:pt x="19063" y="1290"/>
                      <a:pt x="17774" y="0"/>
                      <a:pt x="162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</p:grpSp>
      <p:grpSp>
        <p:nvGrpSpPr>
          <p:cNvPr id="200" name="Google Shape;503;p53"/>
          <p:cNvGrpSpPr/>
          <p:nvPr/>
        </p:nvGrpSpPr>
        <p:grpSpPr>
          <a:xfrm>
            <a:off x="7549560" y="2179080"/>
            <a:ext cx="617400" cy="617400"/>
            <a:chOff x="7549560" y="2179080"/>
            <a:chExt cx="617400" cy="617400"/>
          </a:xfrm>
        </p:grpSpPr>
        <p:sp>
          <p:nvSpPr>
            <p:cNvPr id="201" name="Google Shape;504;p53"/>
            <p:cNvSpPr/>
            <p:nvPr/>
          </p:nvSpPr>
          <p:spPr>
            <a:xfrm>
              <a:off x="7549560" y="2179080"/>
              <a:ext cx="617400" cy="617400"/>
            </a:xfrm>
            <a:prstGeom prst="ellipse">
              <a:avLst/>
            </a:prstGeom>
            <a:solidFill>
              <a:schemeClr val="lt1"/>
            </a:solidFill>
            <a:ln w="19050">
              <a:solidFill>
                <a:srgbClr val="19191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grpSp>
          <p:nvGrpSpPr>
            <p:cNvPr id="202" name="Google Shape;505;p53"/>
            <p:cNvGrpSpPr/>
            <p:nvPr/>
          </p:nvGrpSpPr>
          <p:grpSpPr>
            <a:xfrm>
              <a:off x="7684200" y="2314080"/>
              <a:ext cx="348120" cy="348120"/>
              <a:chOff x="7684200" y="2314080"/>
              <a:chExt cx="348120" cy="348120"/>
            </a:xfrm>
          </p:grpSpPr>
          <p:sp>
            <p:nvSpPr>
              <p:cNvPr id="203" name="Google Shape;506;p53"/>
              <p:cNvSpPr/>
              <p:nvPr/>
            </p:nvSpPr>
            <p:spPr>
              <a:xfrm>
                <a:off x="7848720" y="2374920"/>
                <a:ext cx="118800" cy="286920"/>
              </a:xfrm>
              <a:custGeom>
                <a:avLst/>
                <a:gdLst>
                  <a:gd name="textAreaLeft" fmla="*/ 0 w 118800"/>
                  <a:gd name="textAreaRight" fmla="*/ 119160 w 118800"/>
                  <a:gd name="textAreaTop" fmla="*/ 0 h 286920"/>
                  <a:gd name="textAreaBottom" fmla="*/ 287280 h 286920"/>
                </a:gdLst>
                <a:ahLst/>
                <a:cxnLst/>
                <a:rect l="textAreaLeft" t="textAreaTop" r="textAreaRight" b="textAreaBottom"/>
                <a:pathLst>
                  <a:path w="6527" h="15727">
                    <a:moveTo>
                      <a:pt x="4957" y="1"/>
                    </a:moveTo>
                    <a:cubicBezTo>
                      <a:pt x="4645" y="1"/>
                      <a:pt x="4336" y="24"/>
                      <a:pt x="4028" y="69"/>
                    </a:cubicBezTo>
                    <a:cubicBezTo>
                      <a:pt x="2588" y="280"/>
                      <a:pt x="1700" y="890"/>
                      <a:pt x="1675" y="2250"/>
                    </a:cubicBezTo>
                    <a:lnTo>
                      <a:pt x="1675" y="5040"/>
                    </a:lnTo>
                    <a:cubicBezTo>
                      <a:pt x="1675" y="5348"/>
                      <a:pt x="1426" y="5599"/>
                      <a:pt x="1118" y="5599"/>
                    </a:cubicBezTo>
                    <a:lnTo>
                      <a:pt x="0" y="5599"/>
                    </a:lnTo>
                    <a:lnTo>
                      <a:pt x="0" y="6715"/>
                    </a:lnTo>
                    <a:lnTo>
                      <a:pt x="1118" y="6715"/>
                    </a:lnTo>
                    <a:cubicBezTo>
                      <a:pt x="1426" y="6715"/>
                      <a:pt x="1675" y="6965"/>
                      <a:pt x="1675" y="7274"/>
                    </a:cubicBezTo>
                    <a:lnTo>
                      <a:pt x="1675" y="15727"/>
                    </a:lnTo>
                    <a:lnTo>
                      <a:pt x="3352" y="15727"/>
                    </a:lnTo>
                    <a:lnTo>
                      <a:pt x="3352" y="7274"/>
                    </a:lnTo>
                    <a:cubicBezTo>
                      <a:pt x="3352" y="6965"/>
                      <a:pt x="3602" y="6715"/>
                      <a:pt x="3910" y="6715"/>
                    </a:cubicBezTo>
                    <a:lnTo>
                      <a:pt x="5709" y="6715"/>
                    </a:lnTo>
                    <a:lnTo>
                      <a:pt x="5987" y="5599"/>
                    </a:lnTo>
                    <a:lnTo>
                      <a:pt x="3910" y="5599"/>
                    </a:lnTo>
                    <a:cubicBezTo>
                      <a:pt x="3602" y="5599"/>
                      <a:pt x="3352" y="5348"/>
                      <a:pt x="3352" y="5040"/>
                    </a:cubicBezTo>
                    <a:lnTo>
                      <a:pt x="3352" y="3253"/>
                    </a:lnTo>
                    <a:cubicBezTo>
                      <a:pt x="3352" y="2316"/>
                      <a:pt x="3942" y="1677"/>
                      <a:pt x="4968" y="1504"/>
                    </a:cubicBezTo>
                    <a:cubicBezTo>
                      <a:pt x="5157" y="1473"/>
                      <a:pt x="5339" y="1460"/>
                      <a:pt x="5511" y="1460"/>
                    </a:cubicBezTo>
                    <a:cubicBezTo>
                      <a:pt x="5810" y="1460"/>
                      <a:pt x="6082" y="1498"/>
                      <a:pt x="6324" y="1546"/>
                    </a:cubicBezTo>
                    <a:lnTo>
                      <a:pt x="6526" y="182"/>
                    </a:lnTo>
                    <a:cubicBezTo>
                      <a:pt x="5988" y="62"/>
                      <a:pt x="5468" y="1"/>
                      <a:pt x="495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04" name="Google Shape;507;p53"/>
              <p:cNvSpPr/>
              <p:nvPr/>
            </p:nvSpPr>
            <p:spPr>
              <a:xfrm>
                <a:off x="7684200" y="2314080"/>
                <a:ext cx="348120" cy="348120"/>
              </a:xfrm>
              <a:custGeom>
                <a:avLst/>
                <a:gdLst>
                  <a:gd name="textAreaLeft" fmla="*/ 0 w 348120"/>
                  <a:gd name="textAreaRight" fmla="*/ 348480 w 348120"/>
                  <a:gd name="textAreaTop" fmla="*/ 0 h 348120"/>
                  <a:gd name="textAreaBottom" fmla="*/ 348480 h 348120"/>
                </a:gdLst>
                <a:ahLst/>
                <a:cxnLst/>
                <a:rect l="textAreaLeft" t="textAreaTop" r="textAreaRight" b="textAreaBottom"/>
                <a:pathLst>
                  <a:path w="19066" h="19065">
                    <a:moveTo>
                      <a:pt x="2794" y="0"/>
                    </a:moveTo>
                    <a:cubicBezTo>
                      <a:pt x="1255" y="0"/>
                      <a:pt x="1" y="1253"/>
                      <a:pt x="1" y="2793"/>
                    </a:cubicBezTo>
                    <a:lnTo>
                      <a:pt x="1" y="16271"/>
                    </a:lnTo>
                    <a:cubicBezTo>
                      <a:pt x="1" y="17812"/>
                      <a:pt x="1255" y="19065"/>
                      <a:pt x="2794" y="19065"/>
                    </a:cubicBezTo>
                    <a:lnTo>
                      <a:pt x="9571" y="19065"/>
                    </a:lnTo>
                    <a:lnTo>
                      <a:pt x="9571" y="11171"/>
                    </a:lnTo>
                    <a:lnTo>
                      <a:pt x="8453" y="11171"/>
                    </a:lnTo>
                    <a:cubicBezTo>
                      <a:pt x="8145" y="11171"/>
                      <a:pt x="7896" y="10920"/>
                      <a:pt x="7896" y="10612"/>
                    </a:cubicBezTo>
                    <a:lnTo>
                      <a:pt x="7896" y="8378"/>
                    </a:lnTo>
                    <a:cubicBezTo>
                      <a:pt x="7896" y="8070"/>
                      <a:pt x="8145" y="7819"/>
                      <a:pt x="8453" y="7819"/>
                    </a:cubicBezTo>
                    <a:lnTo>
                      <a:pt x="9571" y="7819"/>
                    </a:lnTo>
                    <a:lnTo>
                      <a:pt x="9571" y="5836"/>
                    </a:lnTo>
                    <a:cubicBezTo>
                      <a:pt x="9571" y="3710"/>
                      <a:pt x="10741" y="2615"/>
                      <a:pt x="12878" y="2302"/>
                    </a:cubicBezTo>
                    <a:cubicBezTo>
                      <a:pt x="13231" y="2249"/>
                      <a:pt x="13591" y="2223"/>
                      <a:pt x="13956" y="2223"/>
                    </a:cubicBezTo>
                    <a:cubicBezTo>
                      <a:pt x="14725" y="2223"/>
                      <a:pt x="15517" y="2339"/>
                      <a:pt x="16318" y="2567"/>
                    </a:cubicBezTo>
                    <a:cubicBezTo>
                      <a:pt x="16589" y="2643"/>
                      <a:pt x="16759" y="2908"/>
                      <a:pt x="16718" y="3186"/>
                    </a:cubicBezTo>
                    <a:lnTo>
                      <a:pt x="16352" y="5650"/>
                    </a:lnTo>
                    <a:cubicBezTo>
                      <a:pt x="16329" y="5806"/>
                      <a:pt x="16240" y="5944"/>
                      <a:pt x="16111" y="6031"/>
                    </a:cubicBezTo>
                    <a:cubicBezTo>
                      <a:pt x="16006" y="6102"/>
                      <a:pt x="15912" y="6127"/>
                      <a:pt x="15818" y="6127"/>
                    </a:cubicBezTo>
                    <a:cubicBezTo>
                      <a:pt x="15717" y="6127"/>
                      <a:pt x="15614" y="6098"/>
                      <a:pt x="15494" y="6068"/>
                    </a:cubicBezTo>
                    <a:cubicBezTo>
                      <a:pt x="15202" y="5995"/>
                      <a:pt x="14879" y="5914"/>
                      <a:pt x="14527" y="5914"/>
                    </a:cubicBezTo>
                    <a:cubicBezTo>
                      <a:pt x="14409" y="5914"/>
                      <a:pt x="14289" y="5923"/>
                      <a:pt x="14165" y="5944"/>
                    </a:cubicBezTo>
                    <a:cubicBezTo>
                      <a:pt x="13534" y="6050"/>
                      <a:pt x="13481" y="6333"/>
                      <a:pt x="13481" y="6590"/>
                    </a:cubicBezTo>
                    <a:lnTo>
                      <a:pt x="13481" y="7819"/>
                    </a:lnTo>
                    <a:lnTo>
                      <a:pt x="15715" y="7819"/>
                    </a:lnTo>
                    <a:cubicBezTo>
                      <a:pt x="15887" y="7819"/>
                      <a:pt x="16048" y="7899"/>
                      <a:pt x="16154" y="8035"/>
                    </a:cubicBezTo>
                    <a:cubicBezTo>
                      <a:pt x="16260" y="8169"/>
                      <a:pt x="16297" y="8346"/>
                      <a:pt x="16256" y="8513"/>
                    </a:cubicBezTo>
                    <a:lnTo>
                      <a:pt x="15697" y="10747"/>
                    </a:lnTo>
                    <a:cubicBezTo>
                      <a:pt x="15635" y="10996"/>
                      <a:pt x="15412" y="11170"/>
                      <a:pt x="15156" y="11170"/>
                    </a:cubicBezTo>
                    <a:lnTo>
                      <a:pt x="13481" y="11170"/>
                    </a:lnTo>
                    <a:lnTo>
                      <a:pt x="13481" y="19065"/>
                    </a:lnTo>
                    <a:lnTo>
                      <a:pt x="16272" y="19065"/>
                    </a:lnTo>
                    <a:cubicBezTo>
                      <a:pt x="17813" y="19065"/>
                      <a:pt x="19066" y="17810"/>
                      <a:pt x="19066" y="16271"/>
                    </a:cubicBezTo>
                    <a:lnTo>
                      <a:pt x="19066" y="2793"/>
                    </a:lnTo>
                    <a:cubicBezTo>
                      <a:pt x="19066" y="1253"/>
                      <a:pt x="17813" y="0"/>
                      <a:pt x="1627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</p:grpSp>
      <p:grpSp>
        <p:nvGrpSpPr>
          <p:cNvPr id="205" name="Google Shape;508;p53"/>
          <p:cNvGrpSpPr/>
          <p:nvPr/>
        </p:nvGrpSpPr>
        <p:grpSpPr>
          <a:xfrm>
            <a:off x="7549560" y="2994120"/>
            <a:ext cx="617400" cy="617400"/>
            <a:chOff x="7549560" y="2994120"/>
            <a:chExt cx="617400" cy="617400"/>
          </a:xfrm>
        </p:grpSpPr>
        <p:sp>
          <p:nvSpPr>
            <p:cNvPr id="206" name="Google Shape;509;p53"/>
            <p:cNvSpPr/>
            <p:nvPr/>
          </p:nvSpPr>
          <p:spPr>
            <a:xfrm>
              <a:off x="7549560" y="2994120"/>
              <a:ext cx="617400" cy="617400"/>
            </a:xfrm>
            <a:prstGeom prst="ellipse">
              <a:avLst/>
            </a:prstGeom>
            <a:solidFill>
              <a:schemeClr val="lt1"/>
            </a:solidFill>
            <a:ln w="19050">
              <a:solidFill>
                <a:srgbClr val="19191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07" name="Google Shape;510;p53"/>
            <p:cNvSpPr/>
            <p:nvPr/>
          </p:nvSpPr>
          <p:spPr>
            <a:xfrm>
              <a:off x="7683480" y="3160440"/>
              <a:ext cx="348840" cy="284760"/>
            </a:xfrm>
            <a:custGeom>
              <a:avLst/>
              <a:gdLst>
                <a:gd name="textAreaLeft" fmla="*/ 0 w 348840"/>
                <a:gd name="textAreaRight" fmla="*/ 349200 w 348840"/>
                <a:gd name="textAreaTop" fmla="*/ 0 h 284760"/>
                <a:gd name="textAreaBottom" fmla="*/ 285120 h 284760"/>
              </a:gdLst>
              <a:ahLst/>
              <a:cxnLst/>
              <a:rect l="textAreaLeft" t="textAreaTop" r="textAreaRight" b="textAreaBottom"/>
              <a:pathLst>
                <a:path w="19122" h="15596">
                  <a:moveTo>
                    <a:pt x="12981" y="0"/>
                  </a:moveTo>
                  <a:cubicBezTo>
                    <a:pt x="12091" y="0"/>
                    <a:pt x="10821" y="352"/>
                    <a:pt x="9915" y="1352"/>
                  </a:cubicBezTo>
                  <a:cubicBezTo>
                    <a:pt x="9203" y="2141"/>
                    <a:pt x="8847" y="3174"/>
                    <a:pt x="8856" y="4430"/>
                  </a:cubicBezTo>
                  <a:cubicBezTo>
                    <a:pt x="6243" y="4110"/>
                    <a:pt x="4101" y="2933"/>
                    <a:pt x="2323" y="846"/>
                  </a:cubicBezTo>
                  <a:cubicBezTo>
                    <a:pt x="2216" y="723"/>
                    <a:pt x="2064" y="650"/>
                    <a:pt x="1902" y="650"/>
                  </a:cubicBezTo>
                  <a:cubicBezTo>
                    <a:pt x="1875" y="650"/>
                    <a:pt x="1848" y="652"/>
                    <a:pt x="1820" y="656"/>
                  </a:cubicBezTo>
                  <a:cubicBezTo>
                    <a:pt x="1631" y="683"/>
                    <a:pt x="1468" y="805"/>
                    <a:pt x="1391" y="977"/>
                  </a:cubicBezTo>
                  <a:cubicBezTo>
                    <a:pt x="695" y="2512"/>
                    <a:pt x="701" y="3895"/>
                    <a:pt x="1403" y="5113"/>
                  </a:cubicBezTo>
                  <a:cubicBezTo>
                    <a:pt x="1389" y="5111"/>
                    <a:pt x="1374" y="5111"/>
                    <a:pt x="1360" y="5111"/>
                  </a:cubicBezTo>
                  <a:cubicBezTo>
                    <a:pt x="1076" y="5111"/>
                    <a:pt x="803" y="5375"/>
                    <a:pt x="824" y="5707"/>
                  </a:cubicBezTo>
                  <a:cubicBezTo>
                    <a:pt x="916" y="7101"/>
                    <a:pt x="1428" y="8182"/>
                    <a:pt x="2351" y="8934"/>
                  </a:cubicBezTo>
                  <a:cubicBezTo>
                    <a:pt x="2176" y="9073"/>
                    <a:pt x="2102" y="9307"/>
                    <a:pt x="2164" y="9524"/>
                  </a:cubicBezTo>
                  <a:cubicBezTo>
                    <a:pt x="2456" y="10535"/>
                    <a:pt x="3310" y="11633"/>
                    <a:pt x="4615" y="12155"/>
                  </a:cubicBezTo>
                  <a:cubicBezTo>
                    <a:pt x="3657" y="12655"/>
                    <a:pt x="2516" y="12903"/>
                    <a:pt x="1345" y="12903"/>
                  </a:cubicBezTo>
                  <a:cubicBezTo>
                    <a:pt x="1111" y="12903"/>
                    <a:pt x="876" y="12893"/>
                    <a:pt x="641" y="12873"/>
                  </a:cubicBezTo>
                  <a:cubicBezTo>
                    <a:pt x="628" y="12872"/>
                    <a:pt x="615" y="12872"/>
                    <a:pt x="603" y="12872"/>
                  </a:cubicBezTo>
                  <a:cubicBezTo>
                    <a:pt x="362" y="12872"/>
                    <a:pt x="155" y="13031"/>
                    <a:pt x="78" y="13266"/>
                  </a:cubicBezTo>
                  <a:cubicBezTo>
                    <a:pt x="0" y="13512"/>
                    <a:pt x="113" y="13788"/>
                    <a:pt x="334" y="13922"/>
                  </a:cubicBezTo>
                  <a:cubicBezTo>
                    <a:pt x="1162" y="14423"/>
                    <a:pt x="3243" y="15596"/>
                    <a:pt x="6294" y="15596"/>
                  </a:cubicBezTo>
                  <a:cubicBezTo>
                    <a:pt x="14568" y="15596"/>
                    <a:pt x="17244" y="8279"/>
                    <a:pt x="17244" y="4736"/>
                  </a:cubicBezTo>
                  <a:cubicBezTo>
                    <a:pt x="17241" y="4515"/>
                    <a:pt x="17243" y="4541"/>
                    <a:pt x="17230" y="4426"/>
                  </a:cubicBezTo>
                  <a:cubicBezTo>
                    <a:pt x="17250" y="4403"/>
                    <a:pt x="17326" y="4347"/>
                    <a:pt x="17386" y="4301"/>
                  </a:cubicBezTo>
                  <a:cubicBezTo>
                    <a:pt x="17696" y="4067"/>
                    <a:pt x="18237" y="3680"/>
                    <a:pt x="18983" y="2590"/>
                  </a:cubicBezTo>
                  <a:cubicBezTo>
                    <a:pt x="19121" y="2386"/>
                    <a:pt x="19111" y="2118"/>
                    <a:pt x="18957" y="1925"/>
                  </a:cubicBezTo>
                  <a:cubicBezTo>
                    <a:pt x="18840" y="1779"/>
                    <a:pt x="18708" y="1722"/>
                    <a:pt x="18558" y="1722"/>
                  </a:cubicBezTo>
                  <a:cubicBezTo>
                    <a:pt x="18451" y="1722"/>
                    <a:pt x="18336" y="1751"/>
                    <a:pt x="18212" y="1799"/>
                  </a:cubicBezTo>
                  <a:cubicBezTo>
                    <a:pt x="18352" y="1553"/>
                    <a:pt x="18467" y="1291"/>
                    <a:pt x="18559" y="1014"/>
                  </a:cubicBezTo>
                  <a:cubicBezTo>
                    <a:pt x="18631" y="800"/>
                    <a:pt x="18553" y="614"/>
                    <a:pt x="18382" y="465"/>
                  </a:cubicBezTo>
                  <a:cubicBezTo>
                    <a:pt x="18282" y="379"/>
                    <a:pt x="18151" y="335"/>
                    <a:pt x="18020" y="335"/>
                  </a:cubicBezTo>
                  <a:cubicBezTo>
                    <a:pt x="17928" y="335"/>
                    <a:pt x="17837" y="356"/>
                    <a:pt x="17754" y="398"/>
                  </a:cubicBezTo>
                  <a:cubicBezTo>
                    <a:pt x="16848" y="856"/>
                    <a:pt x="16172" y="1054"/>
                    <a:pt x="15873" y="1113"/>
                  </a:cubicBezTo>
                  <a:cubicBezTo>
                    <a:pt x="15090" y="395"/>
                    <a:pt x="14251" y="0"/>
                    <a:pt x="12981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208" name="Google Shape;511;p53"/>
          <p:cNvGrpSpPr/>
          <p:nvPr/>
        </p:nvGrpSpPr>
        <p:grpSpPr>
          <a:xfrm>
            <a:off x="7549560" y="3808800"/>
            <a:ext cx="617400" cy="617400"/>
            <a:chOff x="7549560" y="3808800"/>
            <a:chExt cx="617400" cy="617400"/>
          </a:xfrm>
        </p:grpSpPr>
        <p:sp>
          <p:nvSpPr>
            <p:cNvPr id="209" name="Google Shape;512;p53"/>
            <p:cNvSpPr/>
            <p:nvPr/>
          </p:nvSpPr>
          <p:spPr>
            <a:xfrm>
              <a:off x="7549560" y="3808800"/>
              <a:ext cx="617400" cy="617400"/>
            </a:xfrm>
            <a:prstGeom prst="ellipse">
              <a:avLst/>
            </a:prstGeom>
            <a:solidFill>
              <a:schemeClr val="lt1"/>
            </a:solidFill>
            <a:ln w="19050">
              <a:solidFill>
                <a:srgbClr val="19191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grpSp>
          <p:nvGrpSpPr>
            <p:cNvPr id="210" name="Google Shape;513;p53"/>
            <p:cNvGrpSpPr/>
            <p:nvPr/>
          </p:nvGrpSpPr>
          <p:grpSpPr>
            <a:xfrm>
              <a:off x="7684200" y="3939480"/>
              <a:ext cx="355680" cy="355680"/>
              <a:chOff x="7684200" y="3939480"/>
              <a:chExt cx="355680" cy="355680"/>
            </a:xfrm>
          </p:grpSpPr>
          <p:sp>
            <p:nvSpPr>
              <p:cNvPr id="211" name="Google Shape;514;p53"/>
              <p:cNvSpPr/>
              <p:nvPr/>
            </p:nvSpPr>
            <p:spPr>
              <a:xfrm>
                <a:off x="7760520" y="4002840"/>
                <a:ext cx="200520" cy="228960"/>
              </a:xfrm>
              <a:custGeom>
                <a:avLst/>
                <a:gdLst>
                  <a:gd name="textAreaLeft" fmla="*/ 0 w 200520"/>
                  <a:gd name="textAreaRight" fmla="*/ 200880 w 200520"/>
                  <a:gd name="textAreaTop" fmla="*/ 0 h 228960"/>
                  <a:gd name="textAreaBottom" fmla="*/ 229320 h 228960"/>
                </a:gdLst>
                <a:ahLst/>
                <a:cxnLst/>
                <a:rect l="textAreaLeft" t="textAreaTop" r="textAreaRight" b="textAreaBottom"/>
                <a:pathLst>
                  <a:path w="118084" h="134948">
                    <a:moveTo>
                      <a:pt x="69703" y="1"/>
                    </a:moveTo>
                    <a:cubicBezTo>
                      <a:pt x="69732" y="18483"/>
                      <a:pt x="69791" y="73192"/>
                      <a:pt x="69614" y="94277"/>
                    </a:cubicBezTo>
                    <a:cubicBezTo>
                      <a:pt x="69555" y="101848"/>
                      <a:pt x="66627" y="108827"/>
                      <a:pt x="61393" y="113914"/>
                    </a:cubicBezTo>
                    <a:cubicBezTo>
                      <a:pt x="56291" y="118871"/>
                      <a:pt x="49391" y="121638"/>
                      <a:pt x="41981" y="121638"/>
                    </a:cubicBezTo>
                    <a:cubicBezTo>
                      <a:pt x="41788" y="121638"/>
                      <a:pt x="41595" y="121636"/>
                      <a:pt x="41402" y="121632"/>
                    </a:cubicBezTo>
                    <a:cubicBezTo>
                      <a:pt x="26527" y="121336"/>
                      <a:pt x="14462" y="109005"/>
                      <a:pt x="14491" y="94159"/>
                    </a:cubicBezTo>
                    <a:cubicBezTo>
                      <a:pt x="14491" y="82094"/>
                      <a:pt x="22387" y="71477"/>
                      <a:pt x="33950" y="67988"/>
                    </a:cubicBezTo>
                    <a:lnTo>
                      <a:pt x="33861" y="54473"/>
                    </a:lnTo>
                    <a:cubicBezTo>
                      <a:pt x="25522" y="56070"/>
                      <a:pt x="17360" y="60949"/>
                      <a:pt x="11238" y="68224"/>
                    </a:cubicBezTo>
                    <a:cubicBezTo>
                      <a:pt x="3401" y="77480"/>
                      <a:pt x="1" y="88984"/>
                      <a:pt x="1864" y="99837"/>
                    </a:cubicBezTo>
                    <a:cubicBezTo>
                      <a:pt x="3668" y="109951"/>
                      <a:pt x="8961" y="119148"/>
                      <a:pt x="16857" y="125772"/>
                    </a:cubicBezTo>
                    <a:cubicBezTo>
                      <a:pt x="23901" y="131741"/>
                      <a:pt x="32192" y="134947"/>
                      <a:pt x="40396" y="134947"/>
                    </a:cubicBezTo>
                    <a:cubicBezTo>
                      <a:pt x="41215" y="134947"/>
                      <a:pt x="42034" y="134915"/>
                      <a:pt x="42851" y="134851"/>
                    </a:cubicBezTo>
                    <a:cubicBezTo>
                      <a:pt x="66893" y="133017"/>
                      <a:pt x="82508" y="116634"/>
                      <a:pt x="82596" y="93183"/>
                    </a:cubicBezTo>
                    <a:lnTo>
                      <a:pt x="82626" y="43738"/>
                    </a:lnTo>
                    <a:cubicBezTo>
                      <a:pt x="82626" y="40066"/>
                      <a:pt x="85620" y="37517"/>
                      <a:pt x="88833" y="37517"/>
                    </a:cubicBezTo>
                    <a:cubicBezTo>
                      <a:pt x="90045" y="37517"/>
                      <a:pt x="91289" y="37880"/>
                      <a:pt x="92414" y="38681"/>
                    </a:cubicBezTo>
                    <a:cubicBezTo>
                      <a:pt x="100014" y="44064"/>
                      <a:pt x="111163" y="46104"/>
                      <a:pt x="118083" y="46873"/>
                    </a:cubicBezTo>
                    <a:lnTo>
                      <a:pt x="118083" y="34127"/>
                    </a:lnTo>
                    <a:cubicBezTo>
                      <a:pt x="112405" y="32530"/>
                      <a:pt x="106432" y="30697"/>
                      <a:pt x="101197" y="27503"/>
                    </a:cubicBezTo>
                    <a:cubicBezTo>
                      <a:pt x="91320" y="21441"/>
                      <a:pt x="85228" y="12214"/>
                      <a:pt x="83069" y="30"/>
                    </a:cubicBezTo>
                    <a:lnTo>
                      <a:pt x="83069" y="1"/>
                    </a:ln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12" name="Google Shape;515;p53"/>
              <p:cNvSpPr/>
              <p:nvPr/>
            </p:nvSpPr>
            <p:spPr>
              <a:xfrm>
                <a:off x="7684200" y="3939480"/>
                <a:ext cx="355680" cy="355680"/>
              </a:xfrm>
              <a:custGeom>
                <a:avLst/>
                <a:gdLst>
                  <a:gd name="textAreaLeft" fmla="*/ 0 w 355680"/>
                  <a:gd name="textAreaRight" fmla="*/ 356040 w 355680"/>
                  <a:gd name="textAreaTop" fmla="*/ 0 h 355680"/>
                  <a:gd name="textAreaBottom" fmla="*/ 356040 h 355680"/>
                </a:gdLst>
                <a:ahLst/>
                <a:cxnLst/>
                <a:rect l="textAreaLeft" t="textAreaTop" r="textAreaRight" b="textAreaBottom"/>
                <a:pathLst>
                  <a:path w="209403" h="209403">
                    <a:moveTo>
                      <a:pt x="108469" y="24836"/>
                    </a:moveTo>
                    <a:cubicBezTo>
                      <a:pt x="108549" y="24836"/>
                      <a:pt x="108628" y="24838"/>
                      <a:pt x="108708" y="24841"/>
                    </a:cubicBezTo>
                    <a:lnTo>
                      <a:pt x="132248" y="24841"/>
                    </a:lnTo>
                    <a:cubicBezTo>
                      <a:pt x="132267" y="24841"/>
                      <a:pt x="132287" y="24841"/>
                      <a:pt x="132306" y="24841"/>
                    </a:cubicBezTo>
                    <a:cubicBezTo>
                      <a:pt x="136154" y="24841"/>
                      <a:pt x="139377" y="27758"/>
                      <a:pt x="139789" y="31583"/>
                    </a:cubicBezTo>
                    <a:cubicBezTo>
                      <a:pt x="140794" y="42082"/>
                      <a:pt x="144993" y="49445"/>
                      <a:pt x="152653" y="54147"/>
                    </a:cubicBezTo>
                    <a:cubicBezTo>
                      <a:pt x="156556" y="56542"/>
                      <a:pt x="161406" y="57991"/>
                      <a:pt x="166463" y="59411"/>
                    </a:cubicBezTo>
                    <a:cubicBezTo>
                      <a:pt x="167557" y="59736"/>
                      <a:pt x="168651" y="59973"/>
                      <a:pt x="169775" y="60150"/>
                    </a:cubicBezTo>
                    <a:cubicBezTo>
                      <a:pt x="173028" y="60357"/>
                      <a:pt x="175512" y="63078"/>
                      <a:pt x="175453" y="66331"/>
                    </a:cubicBezTo>
                    <a:lnTo>
                      <a:pt x="175453" y="90787"/>
                    </a:lnTo>
                    <a:cubicBezTo>
                      <a:pt x="175453" y="92414"/>
                      <a:pt x="174802" y="94011"/>
                      <a:pt x="173620" y="95194"/>
                    </a:cubicBezTo>
                    <a:cubicBezTo>
                      <a:pt x="172462" y="96322"/>
                      <a:pt x="170909" y="96969"/>
                      <a:pt x="169292" y="96969"/>
                    </a:cubicBezTo>
                    <a:cubicBezTo>
                      <a:pt x="169256" y="96969"/>
                      <a:pt x="169220" y="96969"/>
                      <a:pt x="169184" y="96968"/>
                    </a:cubicBezTo>
                    <a:cubicBezTo>
                      <a:pt x="168444" y="96968"/>
                      <a:pt x="154871" y="96702"/>
                      <a:pt x="141888" y="91970"/>
                    </a:cubicBezTo>
                    <a:cubicBezTo>
                      <a:pt x="141720" y="91905"/>
                      <a:pt x="141550" y="91875"/>
                      <a:pt x="141384" y="91875"/>
                    </a:cubicBezTo>
                    <a:cubicBezTo>
                      <a:pt x="140646" y="91875"/>
                      <a:pt x="139996" y="92474"/>
                      <a:pt x="139996" y="93271"/>
                    </a:cubicBezTo>
                    <a:lnTo>
                      <a:pt x="139966" y="130444"/>
                    </a:lnTo>
                    <a:cubicBezTo>
                      <a:pt x="139848" y="160371"/>
                      <a:pt x="119265" y="182077"/>
                      <a:pt x="88776" y="184443"/>
                    </a:cubicBezTo>
                    <a:cubicBezTo>
                      <a:pt x="87653" y="184532"/>
                      <a:pt x="86529" y="184561"/>
                      <a:pt x="85405" y="184561"/>
                    </a:cubicBezTo>
                    <a:cubicBezTo>
                      <a:pt x="61481" y="184561"/>
                      <a:pt x="39095" y="164896"/>
                      <a:pt x="34629" y="139168"/>
                    </a:cubicBezTo>
                    <a:cubicBezTo>
                      <a:pt x="32116" y="124707"/>
                      <a:pt x="36522" y="109507"/>
                      <a:pt x="46724" y="97441"/>
                    </a:cubicBezTo>
                    <a:cubicBezTo>
                      <a:pt x="56803" y="85541"/>
                      <a:pt x="70647" y="78721"/>
                      <a:pt x="84747" y="78721"/>
                    </a:cubicBezTo>
                    <a:cubicBezTo>
                      <a:pt x="84839" y="78721"/>
                      <a:pt x="84930" y="78721"/>
                      <a:pt x="85021" y="78722"/>
                    </a:cubicBezTo>
                    <a:cubicBezTo>
                      <a:pt x="88392" y="78722"/>
                      <a:pt x="91142" y="81472"/>
                      <a:pt x="91172" y="84873"/>
                    </a:cubicBezTo>
                    <a:lnTo>
                      <a:pt x="91349" y="108856"/>
                    </a:lnTo>
                    <a:cubicBezTo>
                      <a:pt x="91349" y="112641"/>
                      <a:pt x="88658" y="116013"/>
                      <a:pt x="84902" y="116545"/>
                    </a:cubicBezTo>
                    <a:cubicBezTo>
                      <a:pt x="77125" y="117580"/>
                      <a:pt x="71447" y="124441"/>
                      <a:pt x="71890" y="132277"/>
                    </a:cubicBezTo>
                    <a:cubicBezTo>
                      <a:pt x="72334" y="140114"/>
                      <a:pt x="78751" y="146295"/>
                      <a:pt x="86618" y="146443"/>
                    </a:cubicBezTo>
                    <a:cubicBezTo>
                      <a:pt x="86736" y="146445"/>
                      <a:pt x="86855" y="146446"/>
                      <a:pt x="86973" y="146446"/>
                    </a:cubicBezTo>
                    <a:cubicBezTo>
                      <a:pt x="91096" y="146446"/>
                      <a:pt x="94919" y="144946"/>
                      <a:pt x="97707" y="142243"/>
                    </a:cubicBezTo>
                    <a:cubicBezTo>
                      <a:pt x="100605" y="139434"/>
                      <a:pt x="102143" y="135619"/>
                      <a:pt x="102173" y="131390"/>
                    </a:cubicBezTo>
                    <a:cubicBezTo>
                      <a:pt x="102380" y="106047"/>
                      <a:pt x="102291" y="31790"/>
                      <a:pt x="102291" y="31051"/>
                    </a:cubicBezTo>
                    <a:cubicBezTo>
                      <a:pt x="102291" y="28419"/>
                      <a:pt x="103917" y="26083"/>
                      <a:pt x="106401" y="25196"/>
                    </a:cubicBezTo>
                    <a:cubicBezTo>
                      <a:pt x="107067" y="24956"/>
                      <a:pt x="107756" y="24836"/>
                      <a:pt x="108469" y="24836"/>
                    </a:cubicBezTo>
                    <a:close/>
                    <a:moveTo>
                      <a:pt x="33831" y="0"/>
                    </a:moveTo>
                    <a:cubicBezTo>
                      <a:pt x="15141" y="0"/>
                      <a:pt x="0" y="15141"/>
                      <a:pt x="0" y="33831"/>
                    </a:cubicBezTo>
                    <a:lnTo>
                      <a:pt x="0" y="175601"/>
                    </a:lnTo>
                    <a:cubicBezTo>
                      <a:pt x="0" y="194261"/>
                      <a:pt x="15141" y="209402"/>
                      <a:pt x="33831" y="209402"/>
                    </a:cubicBezTo>
                    <a:lnTo>
                      <a:pt x="175601" y="209402"/>
                    </a:lnTo>
                    <a:cubicBezTo>
                      <a:pt x="194261" y="209402"/>
                      <a:pt x="209402" y="194261"/>
                      <a:pt x="209402" y="175601"/>
                    </a:cubicBezTo>
                    <a:lnTo>
                      <a:pt x="209402" y="33831"/>
                    </a:lnTo>
                    <a:cubicBezTo>
                      <a:pt x="209402" y="15141"/>
                      <a:pt x="194261" y="0"/>
                      <a:pt x="17560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</p:grpSp>
      <p:sp>
        <p:nvSpPr>
          <p:cNvPr id="213" name="Google Shape;516;p53"/>
          <p:cNvSpPr/>
          <p:nvPr/>
        </p:nvSpPr>
        <p:spPr>
          <a:xfrm>
            <a:off x="714960" y="2006280"/>
            <a:ext cx="348120" cy="263520"/>
          </a:xfrm>
          <a:custGeom>
            <a:avLst/>
            <a:gdLst>
              <a:gd name="textAreaLeft" fmla="*/ 0 w 348120"/>
              <a:gd name="textAreaRight" fmla="*/ 348480 w 348120"/>
              <a:gd name="textAreaTop" fmla="*/ 0 h 263520"/>
              <a:gd name="textAreaBottom" fmla="*/ 263880 h 263520"/>
            </a:gdLst>
            <a:ahLst/>
            <a:cxnLst/>
            <a:rect l="textAreaLeft" t="textAreaTop" r="textAreaRight" b="textAreaBottom"/>
            <a:pathLst>
              <a:path w="2439" h="1848">
                <a:moveTo>
                  <a:pt x="1580" y="1"/>
                </a:moveTo>
                <a:lnTo>
                  <a:pt x="1371" y="203"/>
                </a:lnTo>
                <a:lnTo>
                  <a:pt x="1919" y="780"/>
                </a:lnTo>
                <a:lnTo>
                  <a:pt x="1" y="780"/>
                </a:lnTo>
                <a:lnTo>
                  <a:pt x="1" y="1068"/>
                </a:lnTo>
                <a:lnTo>
                  <a:pt x="1919" y="1068"/>
                </a:lnTo>
                <a:lnTo>
                  <a:pt x="1371" y="1645"/>
                </a:lnTo>
                <a:lnTo>
                  <a:pt x="1580" y="1847"/>
                </a:lnTo>
                <a:lnTo>
                  <a:pt x="2439" y="924"/>
                </a:lnTo>
                <a:lnTo>
                  <a:pt x="1580" y="1"/>
                </a:ln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Sales Report by Slidesgo">
  <a:themeElements>
    <a:clrScheme name="Simple Light">
      <a:dk1>
        <a:srgbClr val="191919"/>
      </a:dk1>
      <a:lt1>
        <a:srgbClr val="ffffff"/>
      </a:lt1>
      <a:dk2>
        <a:srgbClr val="ceeeff"/>
      </a:dk2>
      <a:lt2>
        <a:srgbClr val="80dcfc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000000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lidesgo Final Pages">
  <a:themeElements>
    <a:clrScheme name="Simple Light">
      <a:dk1>
        <a:srgbClr val="ffffff"/>
      </a:dk1>
      <a:lt1>
        <a:srgbClr val="22244e"/>
      </a:lt1>
      <a:dk2>
        <a:srgbClr val="503259"/>
      </a:dk2>
      <a:lt2>
        <a:srgbClr val="765186"/>
      </a:lt2>
      <a:accent1>
        <a:srgbClr val="b07cc6"/>
      </a:accent1>
      <a:accent2>
        <a:srgbClr val="faf6e7"/>
      </a:accent2>
      <a:accent3>
        <a:srgbClr val="e3dfd2"/>
      </a:accent3>
      <a:accent4>
        <a:srgbClr val="ffffff"/>
      </a:accent4>
      <a:accent5>
        <a:srgbClr val="ffffff"/>
      </a:accent5>
      <a:accent6>
        <a:srgbClr val="ffffff"/>
      </a:accent6>
      <a:hlink>
        <a:srgbClr val="765186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LibreOffice/25.8.1.1$Linux_X86_64 LibreOffice_project/580$Build-1</Application>
  <AppVersion>15.0000</AppVersion>
  <Company>Microsoft Corporation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2026-03-20T14:39:35Z</dcterms:created>
  <dc:creator>Unknown Creator</dc:creator>
  <dc:description/>
  <dc:language>en-US</dc:language>
  <cp:lastModifiedBy>Unknown Creator</cp:lastModifiedBy>
  <dcterms:modified xsi:type="dcterms:W3CDTF">2026-03-20T14:39:35Z</dcterms:modified>
  <cp:revision>0</cp:revision>
  <dc:subject/>
  <dc:title>Untitled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Slides">
    <vt:r8>12</vt:r8>
  </property>
</Properties>
</file>